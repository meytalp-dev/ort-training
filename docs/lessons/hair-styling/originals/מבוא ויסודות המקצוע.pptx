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013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519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5322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659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036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830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487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599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350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29745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 smtClean="0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34441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8091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27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8008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780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או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487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652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18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A7A206-A1ED-4EA3-86B1-62B6924435C5}" type="datetimeFigureOut">
              <a:rPr lang="he-IL" smtClean="0"/>
              <a:t>כ"ט/אדר 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B6EAC1B-C57A-48F4-B507-6AF1485782D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3947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1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he-IL" i="1" dirty="0" smtClean="0">
                <a:latin typeface="Guttman-Aharoni" panose="02010701010101010101" pitchFamily="2" charset="-79"/>
                <a:cs typeface="Guttman-Aharoni" panose="02010701010101010101" pitchFamily="2" charset="-79"/>
              </a:rPr>
              <a:t>מבוא ויסודות המקצוע</a:t>
            </a:r>
            <a:endParaRPr lang="he-IL" i="1" dirty="0">
              <a:latin typeface="Guttman-Aharoni" panose="02010701010101010101" pitchFamily="2" charset="-79"/>
              <a:cs typeface="Guttman-Aharoni" panose="02010701010101010101" pitchFamily="2" charset="-79"/>
            </a:endParaRP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he-IL" dirty="0" smtClean="0"/>
              <a:t>מגמת עיצוב שיער ואיפור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52417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 smtClean="0">
                <a:latin typeface="Guttman-Aharoni" panose="02010701010101010101" pitchFamily="2" charset="-79"/>
                <a:cs typeface="Guttman-Aharoni" panose="02010701010101010101" pitchFamily="2" charset="-79"/>
              </a:rPr>
              <a:t>מטרות יחידת הלימוד</a:t>
            </a:r>
            <a:endParaRPr lang="he-IL" dirty="0">
              <a:latin typeface="Guttman-Aharoni" panose="02010701010101010101" pitchFamily="2" charset="-79"/>
              <a:cs typeface="Guttman-Aharoni" panose="02010701010101010101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838198" y="2492062"/>
            <a:ext cx="10058400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e-IL" sz="2400" dirty="0" smtClean="0"/>
              <a:t> הבנת חשיבות הידע המקצועי.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2400" dirty="0" smtClean="0"/>
              <a:t> הבנת חשיבות הכרת תכתיבי האופנה.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2400" dirty="0" smtClean="0"/>
              <a:t> הבנת חשיבות עקרונות המקצוע.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2400" dirty="0" smtClean="0"/>
              <a:t> הבנת חשיבות השיווק והפרסום למקצוע.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1831473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295401" y="734097"/>
            <a:ext cx="9601196" cy="1706450"/>
          </a:xfrm>
        </p:spPr>
        <p:txBody>
          <a:bodyPr>
            <a:normAutofit/>
          </a:bodyPr>
          <a:lstStyle/>
          <a:p>
            <a:pPr algn="r"/>
            <a:r>
              <a:rPr lang="he-IL" sz="3700" dirty="0" smtClean="0">
                <a:latin typeface="Guttman-Aharoni" panose="02010701010101010101" pitchFamily="2" charset="-79"/>
                <a:cs typeface="Guttman-Aharoni" panose="02010701010101010101" pitchFamily="2" charset="-79"/>
              </a:rPr>
              <a:t>דרישות המקצוע-</a:t>
            </a:r>
            <a:br>
              <a:rPr lang="he-IL" sz="3700" dirty="0" smtClean="0">
                <a:latin typeface="Guttman-Aharoni" panose="02010701010101010101" pitchFamily="2" charset="-79"/>
                <a:cs typeface="Guttman-Aharoni" panose="02010701010101010101" pitchFamily="2" charset="-79"/>
              </a:rPr>
            </a:br>
            <a:r>
              <a:rPr lang="he-IL" sz="3700" dirty="0" smtClean="0">
                <a:latin typeface="Guttman-Aharoni" panose="02010701010101010101" pitchFamily="2" charset="-79"/>
                <a:cs typeface="Guttman-Aharoni" panose="02010701010101010101" pitchFamily="2" charset="-79"/>
              </a:rPr>
              <a:t>מה לדעתכם החשיבות הידע וההבנה במקצוע? </a:t>
            </a:r>
            <a:endParaRPr lang="he-IL" sz="3700" dirty="0">
              <a:latin typeface="Guttman-Aharoni" panose="02010701010101010101" pitchFamily="2" charset="-79"/>
              <a:cs typeface="Guttman-Aharoni" panose="02010701010101010101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837127" y="2556932"/>
            <a:ext cx="10509160" cy="353477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e-IL" b="1" dirty="0" smtClean="0"/>
              <a:t> </a:t>
            </a:r>
            <a:r>
              <a:rPr lang="he-IL" sz="2000" b="1" dirty="0" smtClean="0"/>
              <a:t>ידע והבנה- </a:t>
            </a:r>
            <a:r>
              <a:rPr lang="he-IL" sz="2000" dirty="0" smtClean="0"/>
              <a:t>הספר צריך להכיר את כל ענפי המקצוע, בעיקר בתחום גוף האדם- העור והשיער</a:t>
            </a:r>
            <a:r>
              <a:rPr lang="he-IL" sz="2000" dirty="0" smtClean="0"/>
              <a:t>. </a:t>
            </a:r>
            <a:r>
              <a:rPr lang="he-IL" sz="2000" dirty="0" smtClean="0"/>
              <a:t>יש עליו גם להבין פרקים בכימיה בסיסית כדי להבין איך חומרים ותכשירים פועלים, כדי לספק ייעוץ מתאים ללקוחה ולהבין את צרכיה</a:t>
            </a:r>
            <a:r>
              <a:rPr lang="he-IL" sz="20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he-IL" sz="20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he-IL" sz="2000" b="1" dirty="0" smtClean="0"/>
              <a:t> התמדה-</a:t>
            </a:r>
            <a:r>
              <a:rPr lang="he-IL" sz="2000" dirty="0" smtClean="0"/>
              <a:t> ספר השואף להצלחה, צריך להשתתף בהשתלמויות מקצועיות כדי לעמוד בקצב הפעיל של תחום הספרות. הוא צריך להבין ולהשתלב בחידושים בתחום סגנונות התספורות והתסרוקות וגם בטכנולוגיה חדשה ומכשור מתקדם</a:t>
            </a:r>
            <a:r>
              <a:rPr lang="he-IL" sz="20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he-IL" sz="20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he-IL" sz="2000" b="1" dirty="0" smtClean="0"/>
              <a:t> התאמה-יחסי אנוש- </a:t>
            </a:r>
            <a:r>
              <a:rPr lang="he-IL" sz="2000" dirty="0" smtClean="0"/>
              <a:t>הספרות הוא מקצוע שירותי שדורש התאמה לדרישותיו. תחום יחסי האנוש חשוב מאוד במקצוע זה. יש צורך בשיתוף פעולה עם הלקוחות וחברי הצוות.</a:t>
            </a:r>
          </a:p>
          <a:p>
            <a:endParaRPr lang="he-IL" dirty="0" smtClean="0"/>
          </a:p>
        </p:txBody>
      </p:sp>
    </p:spTree>
    <p:extLst>
      <p:ext uri="{BB962C8B-B14F-4D97-AF65-F5344CB8AC3E}">
        <p14:creationId xmlns:p14="http://schemas.microsoft.com/office/powerpoint/2010/main" val="4149369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95401" y="2402385"/>
            <a:ext cx="9601196" cy="362492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e-IL" sz="2600" dirty="0" smtClean="0"/>
              <a:t> הספר במקום עבודתו- במקום עבודתו חייב הספר להקפיד על כללים בסיסיים והם:                                                                </a:t>
            </a:r>
            <a:r>
              <a:rPr lang="he-IL" sz="2800" dirty="0" smtClean="0"/>
              <a:t>הגעה </a:t>
            </a:r>
            <a:r>
              <a:rPr lang="he-IL" sz="2800" dirty="0"/>
              <a:t>בזמן למקום העבודה, </a:t>
            </a:r>
            <a:r>
              <a:rPr lang="he-IL" sz="2800" dirty="0" smtClean="0"/>
              <a:t>הופעה אישית הולמת- שיער, </a:t>
            </a:r>
            <a:r>
              <a:rPr lang="he-IL" sz="2800" dirty="0"/>
              <a:t>פנים, ידיים, בגדים</a:t>
            </a:r>
            <a:r>
              <a:rPr lang="he-IL" sz="2800" dirty="0" smtClean="0"/>
              <a:t>.</a:t>
            </a:r>
          </a:p>
          <a:p>
            <a:pPr marL="0" indent="0">
              <a:buNone/>
            </a:pPr>
            <a:endParaRPr lang="he-IL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he-IL" sz="2800" dirty="0" smtClean="0"/>
              <a:t> הספר והלקוחות- המפתח ליחסים בין הספר ללקוחותיו הוא האדיבות והנימוס. הלקוחות מצפים מהספר לייעוץ יעיל ולעבודה מקצועית שהספר צריך לספק אותם בדרך נעימה ותרבותית.</a:t>
            </a:r>
            <a:endParaRPr lang="he-IL" sz="2800" dirty="0"/>
          </a:p>
        </p:txBody>
      </p:sp>
      <p:sp>
        <p:nvSpPr>
          <p:cNvPr id="2" name="TextBox 1"/>
          <p:cNvSpPr txBox="1"/>
          <p:nvPr/>
        </p:nvSpPr>
        <p:spPr>
          <a:xfrm>
            <a:off x="2399762" y="1133341"/>
            <a:ext cx="7392473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dirty="0" smtClean="0">
                <a:latin typeface="Guttman-Aharoni" panose="02010701010101010101" pitchFamily="2" charset="-79"/>
                <a:cs typeface="Guttman-Aharoni" panose="02010701010101010101" pitchFamily="2" charset="-79"/>
              </a:rPr>
              <a:t>התנהלות הספר </a:t>
            </a:r>
            <a:endParaRPr lang="he-IL" sz="4800" dirty="0">
              <a:latin typeface="Guttman-Aharoni" panose="02010701010101010101" pitchFamily="2" charset="-79"/>
              <a:cs typeface="Guttman-Aharoni" panose="020107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18978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325882" y="1040087"/>
            <a:ext cx="9601196" cy="1303867"/>
          </a:xfrm>
        </p:spPr>
        <p:txBody>
          <a:bodyPr>
            <a:normAutofit/>
          </a:bodyPr>
          <a:lstStyle/>
          <a:p>
            <a:r>
              <a:rPr lang="he-IL" sz="4800" dirty="0" smtClean="0">
                <a:latin typeface="Guttman-Aharoni" panose="02010701010101010101" pitchFamily="2" charset="-79"/>
                <a:cs typeface="Guttman-Aharoni" panose="02010701010101010101" pitchFamily="2" charset="-79"/>
              </a:rPr>
              <a:t>כללי התנהגות הספר אל הלקוחה</a:t>
            </a:r>
            <a:endParaRPr lang="he-IL" sz="4800" dirty="0">
              <a:latin typeface="Guttman-Aharoni" panose="02010701010101010101" pitchFamily="2" charset="-79"/>
              <a:cs typeface="Guttman-Aharoni" panose="02010701010101010101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097280" y="2343954"/>
            <a:ext cx="10058400" cy="417275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e-IL" dirty="0" smtClean="0"/>
              <a:t> </a:t>
            </a:r>
            <a:r>
              <a:rPr lang="he-IL" sz="2300" dirty="0" smtClean="0"/>
              <a:t>הבט בלקוחה בעת השיחה עמה.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2300" dirty="0" smtClean="0"/>
              <a:t> הקשב לה בסבלנות.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2300" dirty="0" smtClean="0"/>
              <a:t> דבר במתינות.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2300" dirty="0" smtClean="0"/>
              <a:t> הסבר היבטים מקצועיים בצורה מובנת ללקוחה.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2300" dirty="0" smtClean="0"/>
              <a:t> הראה ללקוחה שאתה נהנה לשרת אותה.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2300" dirty="0" smtClean="0"/>
              <a:t> תן ללקוחה הרגשה שאתה פעול על פי בקשותיה.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2300" dirty="0" smtClean="0"/>
              <a:t> עודד את הלקוחה להשתתף בייעוץ באופן פעיל.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2300" dirty="0" smtClean="0"/>
              <a:t> השתדל ליצור את הרושם שהלקוחה מעניינת אותך גם לאחר מתן השירות.</a:t>
            </a:r>
            <a:endParaRPr lang="he-IL" sz="2300" dirty="0"/>
          </a:p>
        </p:txBody>
      </p:sp>
    </p:spTree>
    <p:extLst>
      <p:ext uri="{BB962C8B-B14F-4D97-AF65-F5344CB8AC3E}">
        <p14:creationId xmlns:p14="http://schemas.microsoft.com/office/powerpoint/2010/main" val="492956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8197" y="1155519"/>
            <a:ext cx="10058400" cy="1047505"/>
          </a:xfrm>
        </p:spPr>
        <p:txBody>
          <a:bodyPr>
            <a:normAutofit/>
          </a:bodyPr>
          <a:lstStyle/>
          <a:p>
            <a:pPr algn="r"/>
            <a:r>
              <a:rPr lang="he-IL" sz="4000" dirty="0" smtClean="0">
                <a:latin typeface="Guttman-Aharoni" panose="02010701010101010101" pitchFamily="2" charset="-79"/>
                <a:cs typeface="Guttman-Aharoni" panose="02010701010101010101" pitchFamily="2" charset="-79"/>
              </a:rPr>
              <a:t>תהליך מתן השירות ללקוחה</a:t>
            </a:r>
            <a:endParaRPr lang="he-IL" sz="4000" dirty="0">
              <a:latin typeface="Guttman-Aharoni" panose="02010701010101010101" pitchFamily="2" charset="-79"/>
              <a:cs typeface="Guttman-Aharoni" panose="02010701010101010101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he-IL" sz="3200" dirty="0" smtClean="0"/>
              <a:t>מתן השירות ללקוחה מתחלק למספר שלבים ואלה הם: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3200" dirty="0" smtClean="0"/>
              <a:t> קבלת הפנים.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3200" dirty="0" smtClean="0"/>
              <a:t> הייעוץ.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3200" dirty="0" smtClean="0"/>
              <a:t> ההחלטה והטיפול.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3200" dirty="0" smtClean="0"/>
              <a:t> תלונות.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3200" dirty="0" smtClean="0"/>
              <a:t> הפרידה.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e-IL" sz="3200" dirty="0" smtClean="0"/>
              <a:t> הפרסום.</a:t>
            </a:r>
          </a:p>
          <a:p>
            <a:pPr marL="0" indent="0">
              <a:buNone/>
            </a:pPr>
            <a:endParaRPr lang="he-IL" dirty="0" smtClean="0"/>
          </a:p>
          <a:p>
            <a:endParaRPr lang="he-IL" dirty="0"/>
          </a:p>
        </p:txBody>
      </p:sp>
      <p:sp>
        <p:nvSpPr>
          <p:cNvPr id="4" name="AutoShape 2" descr="blob:https://web.whatsapp.com/ad4b427c-a76e-45f9-82c6-0c743971601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9" t="6207" r="5721" b="10576"/>
          <a:stretch/>
        </p:blipFill>
        <p:spPr>
          <a:xfrm>
            <a:off x="889715" y="1679272"/>
            <a:ext cx="3965171" cy="399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863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295402" y="869488"/>
            <a:ext cx="9601196" cy="1303867"/>
          </a:xfrm>
        </p:spPr>
        <p:txBody>
          <a:bodyPr/>
          <a:lstStyle/>
          <a:p>
            <a:r>
              <a:rPr lang="he-IL" sz="6000" dirty="0" smtClean="0">
                <a:latin typeface="Guttman-Aharoni" panose="02010701010101010101" pitchFamily="2" charset="-79"/>
                <a:cs typeface="Guttman-Aharoni" panose="02010701010101010101" pitchFamily="2" charset="-79"/>
              </a:rPr>
              <a:t>סיכום</a:t>
            </a:r>
            <a:endParaRPr lang="he-IL" dirty="0">
              <a:latin typeface="Guttman-Aharoni" panose="02010701010101010101" pitchFamily="2" charset="-79"/>
              <a:cs typeface="Guttman-Aharoni" panose="02010701010101010101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838200" y="2408348"/>
            <a:ext cx="10515600" cy="386366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e-IL" sz="2400" dirty="0" smtClean="0"/>
              <a:t> הספרות </a:t>
            </a:r>
            <a:r>
              <a:rPr lang="he-IL" sz="2400" dirty="0"/>
              <a:t>הוא מקצוע שירותי מאוד, עבודה זו דורשת נכונות לנתניה ואחריות </a:t>
            </a:r>
            <a:r>
              <a:rPr lang="he-IL" sz="2400" dirty="0" smtClean="0"/>
              <a:t>גדולה. האמון שמביע הלקוח בספר בכך שהוא מפקיד בידיו את ראשו, וזו אחריות גדולה שמוטלת על כתפי הספר, העבודה מאפשרת לבטא כישרונות ויצירתיות והם מהווים פיצוי לקשיים.</a:t>
            </a:r>
          </a:p>
          <a:p>
            <a:pPr marL="0" indent="0">
              <a:buNone/>
            </a:pPr>
            <a:endParaRPr lang="he-IL" sz="2400" dirty="0"/>
          </a:p>
          <a:p>
            <a:pPr marL="0" indent="0">
              <a:buNone/>
            </a:pPr>
            <a:r>
              <a:rPr lang="he-IL" sz="2400" b="1" dirty="0" smtClean="0"/>
              <a:t>  </a:t>
            </a:r>
            <a:r>
              <a:rPr lang="he-IL" sz="2400" b="1" u="sng" dirty="0" smtClean="0"/>
              <a:t>שאלות חזרה-</a:t>
            </a:r>
          </a:p>
          <a:p>
            <a:pPr marL="457200" indent="-457200">
              <a:buAutoNum type="arabicPeriod"/>
            </a:pPr>
            <a:r>
              <a:rPr lang="he-IL" dirty="0" smtClean="0"/>
              <a:t>אילו תחומי ידע נדרשים במקצוע הספרות?</a:t>
            </a:r>
          </a:p>
          <a:p>
            <a:pPr marL="457200" indent="-457200">
              <a:buAutoNum type="arabicPeriod"/>
            </a:pPr>
            <a:r>
              <a:rPr lang="he-IL" dirty="0" smtClean="0"/>
              <a:t>מהי לדעתך הופעה הולמת של ספר וכיצד עליו להתנהג במקום עבודתו?</a:t>
            </a:r>
          </a:p>
          <a:p>
            <a:pPr marL="457200" indent="-457200">
              <a:buAutoNum type="arabicPeriod"/>
            </a:pPr>
            <a:r>
              <a:rPr lang="he-IL" dirty="0" smtClean="0"/>
              <a:t>מהם שלבי מתן השירות ללקוחה?</a:t>
            </a:r>
            <a:endParaRPr lang="he-IL" dirty="0"/>
          </a:p>
        </p:txBody>
      </p:sp>
      <p:sp>
        <p:nvSpPr>
          <p:cNvPr id="4" name="AutoShape 2" descr="blob:https://web.whatsapp.com/ad4b427c-a76e-45f9-82c6-0c7439716013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255199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ורגני">
  <a:themeElements>
    <a:clrScheme name="אורגני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אורגני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אורגני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83</TotalTime>
  <Words>374</Words>
  <Application>Microsoft Office PowerPoint</Application>
  <PresentationFormat>מסך רחב</PresentationFormat>
  <Paragraphs>41</Paragraphs>
  <Slides>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7</vt:i4>
      </vt:variant>
    </vt:vector>
  </HeadingPairs>
  <TitlesOfParts>
    <vt:vector size="12" baseType="lpstr">
      <vt:lpstr>Arial</vt:lpstr>
      <vt:lpstr>Garamond</vt:lpstr>
      <vt:lpstr>Guttman-Aharoni</vt:lpstr>
      <vt:lpstr>Times New Roman</vt:lpstr>
      <vt:lpstr>אורגני</vt:lpstr>
      <vt:lpstr>מבוא ויסודות המקצוע</vt:lpstr>
      <vt:lpstr>מטרות יחידת הלימוד</vt:lpstr>
      <vt:lpstr>דרישות המקצוע- מה לדעתכם החשיבות הידע וההבנה במקצוע? </vt:lpstr>
      <vt:lpstr>מצגת של PowerPoint‏</vt:lpstr>
      <vt:lpstr>כללי התנהגות הספר אל הלקוחה</vt:lpstr>
      <vt:lpstr>תהליך מתן השירות ללקוחה</vt:lpstr>
      <vt:lpstr>סיכום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מבוא ויסודות המקצוע</dc:title>
  <dc:creator>User</dc:creator>
  <cp:lastModifiedBy>User</cp:lastModifiedBy>
  <cp:revision>11</cp:revision>
  <dcterms:created xsi:type="dcterms:W3CDTF">2024-03-26T08:44:31Z</dcterms:created>
  <dcterms:modified xsi:type="dcterms:W3CDTF">2024-04-08T09:27:17Z</dcterms:modified>
</cp:coreProperties>
</file>