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0CAFAB-FEB2-4A7C-9EB6-9567E534077F}" v="162" dt="2020-08-24T00:09:18.2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956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nor sibony" userId="f20e8cc03e1b7d71" providerId="LiveId" clId="{360CAFAB-FEB2-4A7C-9EB6-9567E534077F}"/>
    <pc:docChg chg="undo custSel mod addSld modSld modMainMaster">
      <pc:chgData name="elinor sibony" userId="f20e8cc03e1b7d71" providerId="LiveId" clId="{360CAFAB-FEB2-4A7C-9EB6-9567E534077F}" dt="2020-08-24T00:13:02.207" v="652" actId="113"/>
      <pc:docMkLst>
        <pc:docMk/>
      </pc:docMkLst>
      <pc:sldChg chg="setBg">
        <pc:chgData name="elinor sibony" userId="f20e8cc03e1b7d71" providerId="LiveId" clId="{360CAFAB-FEB2-4A7C-9EB6-9567E534077F}" dt="2020-08-24T00:03:00.283" v="491"/>
        <pc:sldMkLst>
          <pc:docMk/>
          <pc:sldMk cId="3557121086" sldId="256"/>
        </pc:sldMkLst>
      </pc:sldChg>
      <pc:sldChg chg="addSp delSp modSp mod setBg modAnim">
        <pc:chgData name="elinor sibony" userId="f20e8cc03e1b7d71" providerId="LiveId" clId="{360CAFAB-FEB2-4A7C-9EB6-9567E534077F}" dt="2020-08-24T00:10:54.872" v="650" actId="1076"/>
        <pc:sldMkLst>
          <pc:docMk/>
          <pc:sldMk cId="2294521224" sldId="258"/>
        </pc:sldMkLst>
        <pc:spChg chg="mod">
          <ac:chgData name="elinor sibony" userId="f20e8cc03e1b7d71" providerId="LiveId" clId="{360CAFAB-FEB2-4A7C-9EB6-9567E534077F}" dt="2020-08-24T00:10:06.010" v="638" actId="14100"/>
          <ac:spMkLst>
            <pc:docMk/>
            <pc:sldMk cId="2294521224" sldId="258"/>
            <ac:spMk id="2" creationId="{83A6822C-0A65-4547-9C47-21C5848DC3BF}"/>
          </ac:spMkLst>
        </pc:spChg>
        <pc:spChg chg="mod">
          <ac:chgData name="elinor sibony" userId="f20e8cc03e1b7d71" providerId="LiveId" clId="{360CAFAB-FEB2-4A7C-9EB6-9567E534077F}" dt="2020-08-24T00:10:13.826" v="639" actId="14100"/>
          <ac:spMkLst>
            <pc:docMk/>
            <pc:sldMk cId="2294521224" sldId="258"/>
            <ac:spMk id="8" creationId="{9636917B-683B-4F78-98E0-36E695822D33}"/>
          </ac:spMkLst>
        </pc:spChg>
        <pc:spChg chg="mod">
          <ac:chgData name="elinor sibony" userId="f20e8cc03e1b7d71" providerId="LiveId" clId="{360CAFAB-FEB2-4A7C-9EB6-9567E534077F}" dt="2020-08-24T00:10:21.933" v="642" actId="27636"/>
          <ac:spMkLst>
            <pc:docMk/>
            <pc:sldMk cId="2294521224" sldId="258"/>
            <ac:spMk id="9" creationId="{21836108-748F-4394-A7B4-364755E7B1D4}"/>
          </ac:spMkLst>
        </pc:spChg>
        <pc:spChg chg="mod">
          <ac:chgData name="elinor sibony" userId="f20e8cc03e1b7d71" providerId="LiveId" clId="{360CAFAB-FEB2-4A7C-9EB6-9567E534077F}" dt="2020-08-24T00:10:30.087" v="644" actId="14100"/>
          <ac:spMkLst>
            <pc:docMk/>
            <pc:sldMk cId="2294521224" sldId="258"/>
            <ac:spMk id="11" creationId="{B10E6BC6-DACC-4B29-A5B2-99BE07C1EFAB}"/>
          </ac:spMkLst>
        </pc:spChg>
        <pc:spChg chg="mod">
          <ac:chgData name="elinor sibony" userId="f20e8cc03e1b7d71" providerId="LiveId" clId="{360CAFAB-FEB2-4A7C-9EB6-9567E534077F}" dt="2020-08-24T00:10:34.352" v="645" actId="14100"/>
          <ac:spMkLst>
            <pc:docMk/>
            <pc:sldMk cId="2294521224" sldId="258"/>
            <ac:spMk id="13" creationId="{B7B22962-B25B-491C-A152-AF84D9CB385C}"/>
          </ac:spMkLst>
        </pc:spChg>
        <pc:spChg chg="mod">
          <ac:chgData name="elinor sibony" userId="f20e8cc03e1b7d71" providerId="LiveId" clId="{360CAFAB-FEB2-4A7C-9EB6-9567E534077F}" dt="2020-08-24T00:10:37.913" v="646" actId="14100"/>
          <ac:spMkLst>
            <pc:docMk/>
            <pc:sldMk cId="2294521224" sldId="258"/>
            <ac:spMk id="15" creationId="{47FD2584-2AEE-4C98-B9A9-98BF2A221A3B}"/>
          </ac:spMkLst>
        </pc:spChg>
        <pc:spChg chg="mod">
          <ac:chgData name="elinor sibony" userId="f20e8cc03e1b7d71" providerId="LiveId" clId="{360CAFAB-FEB2-4A7C-9EB6-9567E534077F}" dt="2020-08-24T00:10:54.872" v="650" actId="1076"/>
          <ac:spMkLst>
            <pc:docMk/>
            <pc:sldMk cId="2294521224" sldId="258"/>
            <ac:spMk id="17" creationId="{8BC1CB1C-CBE8-42FD-BE20-F4729AB98998}"/>
          </ac:spMkLst>
        </pc:spChg>
        <pc:spChg chg="mod">
          <ac:chgData name="elinor sibony" userId="f20e8cc03e1b7d71" providerId="LiveId" clId="{360CAFAB-FEB2-4A7C-9EB6-9567E534077F}" dt="2020-08-24T00:10:45.850" v="648" actId="14100"/>
          <ac:spMkLst>
            <pc:docMk/>
            <pc:sldMk cId="2294521224" sldId="258"/>
            <ac:spMk id="19" creationId="{C01DA518-F077-49C8-9CCF-AE533791BC55}"/>
          </ac:spMkLst>
        </pc:spChg>
        <pc:spChg chg="mod">
          <ac:chgData name="elinor sibony" userId="f20e8cc03e1b7d71" providerId="LiveId" clId="{360CAFAB-FEB2-4A7C-9EB6-9567E534077F}" dt="2020-08-24T00:10:49.023" v="649" actId="14100"/>
          <ac:spMkLst>
            <pc:docMk/>
            <pc:sldMk cId="2294521224" sldId="258"/>
            <ac:spMk id="21" creationId="{3AF4A99E-A6D8-4F81-ADCC-D069DE7EDFA8}"/>
          </ac:spMkLst>
        </pc:spChg>
        <pc:spChg chg="add del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28" creationId="{8A7BA06D-B3FF-4E91-8639-B4569AE3AA23}"/>
          </ac:spMkLst>
        </pc:spChg>
        <pc:spChg chg="add del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30" creationId="{2B30C86D-5A07-48BC-9C9D-6F9A2DB1E9E1}"/>
          </ac:spMkLst>
        </pc:spChg>
        <pc:spChg chg="add del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32" creationId="{67009BBA-DC62-4808-B0A8-DC86986B7608}"/>
          </ac:spMkLst>
        </pc:spChg>
        <pc:spChg chg="add del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34" creationId="{3F9BDB9F-8714-4605-B1BF-670E94960019}"/>
          </ac:spMkLst>
        </pc:spChg>
        <pc:spChg chg="add del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36" creationId="{CB339924-0C86-4476-A81F-37DCF289E1AB}"/>
          </ac:spMkLst>
        </pc:spChg>
        <pc:spChg chg="add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41" creationId="{8A7BA06D-B3FF-4E91-8639-B4569AE3AA23}"/>
          </ac:spMkLst>
        </pc:spChg>
        <pc:spChg chg="add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43" creationId="{2B30C86D-5A07-48BC-9C9D-6F9A2DB1E9E1}"/>
          </ac:spMkLst>
        </pc:spChg>
        <pc:spChg chg="add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45" creationId="{8930EBA3-4D2E-42E8-B828-834555328D85}"/>
          </ac:spMkLst>
        </pc:spChg>
        <pc:spChg chg="add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47" creationId="{E58B2195-5055-402F-A3E7-53FF0E4980C3}"/>
          </ac:spMkLst>
        </pc:spChg>
        <pc:spChg chg="add">
          <ac:chgData name="elinor sibony" userId="f20e8cc03e1b7d71" providerId="LiveId" clId="{360CAFAB-FEB2-4A7C-9EB6-9567E534077F}" dt="2020-08-24T00:03:23.192" v="505" actId="26606"/>
          <ac:spMkLst>
            <pc:docMk/>
            <pc:sldMk cId="2294521224" sldId="258"/>
            <ac:spMk id="49" creationId="{528AA953-F4F9-4DC5-97C7-491F4AF937DC}"/>
          </ac:spMkLst>
        </pc:spChg>
        <pc:picChg chg="add mod ord">
          <ac:chgData name="elinor sibony" userId="f20e8cc03e1b7d71" providerId="LiveId" clId="{360CAFAB-FEB2-4A7C-9EB6-9567E534077F}" dt="2020-08-24T00:07:17.599" v="597" actId="14100"/>
          <ac:picMkLst>
            <pc:docMk/>
            <pc:sldMk cId="2294521224" sldId="258"/>
            <ac:picMk id="23" creationId="{899E7D99-8463-441F-81B2-719FCCCE2E46}"/>
          </ac:picMkLst>
        </pc:picChg>
      </pc:sldChg>
      <pc:sldChg chg="addSp delSp modSp mod setBg">
        <pc:chgData name="elinor sibony" userId="f20e8cc03e1b7d71" providerId="LiveId" clId="{360CAFAB-FEB2-4A7C-9EB6-9567E534077F}" dt="2020-08-23T23:52:09.884" v="384" actId="1076"/>
        <pc:sldMkLst>
          <pc:docMk/>
          <pc:sldMk cId="2414212037" sldId="259"/>
        </pc:sldMkLst>
        <pc:spChg chg="mod">
          <ac:chgData name="elinor sibony" userId="f20e8cc03e1b7d71" providerId="LiveId" clId="{360CAFAB-FEB2-4A7C-9EB6-9567E534077F}" dt="2020-08-23T23:51:40.707" v="383" actId="207"/>
          <ac:spMkLst>
            <pc:docMk/>
            <pc:sldMk cId="2414212037" sldId="259"/>
            <ac:spMk id="2" creationId="{1DF90003-25ED-4E77-8182-B92EE9B3E4CB}"/>
          </ac:spMkLst>
        </pc:spChg>
        <pc:spChg chg="del mod">
          <ac:chgData name="elinor sibony" userId="f20e8cc03e1b7d71" providerId="LiveId" clId="{360CAFAB-FEB2-4A7C-9EB6-9567E534077F}" dt="2020-08-23T22:39:57.574" v="3" actId="22"/>
          <ac:spMkLst>
            <pc:docMk/>
            <pc:sldMk cId="2414212037" sldId="259"/>
            <ac:spMk id="3" creationId="{B6E283A5-511D-412E-A2B8-9619C0C1EB02}"/>
          </ac:spMkLst>
        </pc:spChg>
        <pc:spChg chg="add mod">
          <ac:chgData name="elinor sibony" userId="f20e8cc03e1b7d71" providerId="LiveId" clId="{360CAFAB-FEB2-4A7C-9EB6-9567E534077F}" dt="2020-08-23T23:51:30.571" v="382" actId="26606"/>
          <ac:spMkLst>
            <pc:docMk/>
            <pc:sldMk cId="2414212037" sldId="259"/>
            <ac:spMk id="6" creationId="{816DB37E-F7C4-4C85-AFCA-BC33BC4498DE}"/>
          </ac:spMkLst>
        </pc:spChg>
        <pc:spChg chg="add del mod">
          <ac:chgData name="elinor sibony" userId="f20e8cc03e1b7d71" providerId="LiveId" clId="{360CAFAB-FEB2-4A7C-9EB6-9567E534077F}" dt="2020-08-23T22:48:05.792" v="57" actId="22"/>
          <ac:spMkLst>
            <pc:docMk/>
            <pc:sldMk cId="2414212037" sldId="259"/>
            <ac:spMk id="8" creationId="{6830818E-0BAA-4F99-9CD3-99671CEFFDCE}"/>
          </ac:spMkLst>
        </pc:spChg>
        <pc:spChg chg="add del">
          <ac:chgData name="elinor sibony" userId="f20e8cc03e1b7d71" providerId="LiveId" clId="{360CAFAB-FEB2-4A7C-9EB6-9567E534077F}" dt="2020-08-23T23:51:30.571" v="382" actId="26606"/>
          <ac:spMkLst>
            <pc:docMk/>
            <pc:sldMk cId="2414212037" sldId="259"/>
            <ac:spMk id="15" creationId="{1CD81A2A-6ED4-4EF4-A14C-912D31E14800}"/>
          </ac:spMkLst>
        </pc:spChg>
        <pc:spChg chg="add del">
          <ac:chgData name="elinor sibony" userId="f20e8cc03e1b7d71" providerId="LiveId" clId="{360CAFAB-FEB2-4A7C-9EB6-9567E534077F}" dt="2020-08-23T23:51:30.571" v="382" actId="26606"/>
          <ac:spMkLst>
            <pc:docMk/>
            <pc:sldMk cId="2414212037" sldId="259"/>
            <ac:spMk id="17" creationId="{1661932C-CA15-4E17-B115-FAE7CBEE4789}"/>
          </ac:spMkLst>
        </pc:spChg>
        <pc:spChg chg="add del">
          <ac:chgData name="elinor sibony" userId="f20e8cc03e1b7d71" providerId="LiveId" clId="{360CAFAB-FEB2-4A7C-9EB6-9567E534077F}" dt="2020-08-23T23:51:30.571" v="382" actId="26606"/>
          <ac:spMkLst>
            <pc:docMk/>
            <pc:sldMk cId="2414212037" sldId="259"/>
            <ac:spMk id="19" creationId="{8590ADD5-9383-4D3D-9047-3DA2593CCB5D}"/>
          </ac:spMkLst>
        </pc:spChg>
        <pc:spChg chg="add del">
          <ac:chgData name="elinor sibony" userId="f20e8cc03e1b7d71" providerId="LiveId" clId="{360CAFAB-FEB2-4A7C-9EB6-9567E534077F}" dt="2020-08-23T23:51:30.571" v="382" actId="26606"/>
          <ac:spMkLst>
            <pc:docMk/>
            <pc:sldMk cId="2414212037" sldId="259"/>
            <ac:spMk id="21" creationId="{DABE3E45-88CF-45D8-8D40-C773324D93F6}"/>
          </ac:spMkLst>
        </pc:spChg>
        <pc:spChg chg="add del">
          <ac:chgData name="elinor sibony" userId="f20e8cc03e1b7d71" providerId="LiveId" clId="{360CAFAB-FEB2-4A7C-9EB6-9567E534077F}" dt="2020-08-23T23:51:30.571" v="382" actId="26606"/>
          <ac:spMkLst>
            <pc:docMk/>
            <pc:sldMk cId="2414212037" sldId="259"/>
            <ac:spMk id="25" creationId="{B91ECDA9-56DC-4270-8F33-01C5637B8CEB}"/>
          </ac:spMkLst>
        </pc:spChg>
        <pc:spChg chg="add del">
          <ac:chgData name="elinor sibony" userId="f20e8cc03e1b7d71" providerId="LiveId" clId="{360CAFAB-FEB2-4A7C-9EB6-9567E534077F}" dt="2020-08-23T23:51:30.571" v="382" actId="26606"/>
          <ac:spMkLst>
            <pc:docMk/>
            <pc:sldMk cId="2414212037" sldId="259"/>
            <ac:spMk id="27" creationId="{75F47824-961D-465D-84F9-EAE11BC6173B}"/>
          </ac:spMkLst>
        </pc:spChg>
        <pc:spChg chg="add del">
          <ac:chgData name="elinor sibony" userId="f20e8cc03e1b7d71" providerId="LiveId" clId="{360CAFAB-FEB2-4A7C-9EB6-9567E534077F}" dt="2020-08-23T23:51:30.571" v="382" actId="26606"/>
          <ac:spMkLst>
            <pc:docMk/>
            <pc:sldMk cId="2414212037" sldId="259"/>
            <ac:spMk id="29" creationId="{FEC9DA3E-C1D7-472D-B7C0-F71AE41FBA23}"/>
          </ac:spMkLst>
        </pc:spChg>
        <pc:picChg chg="add del mod ord">
          <ac:chgData name="elinor sibony" userId="f20e8cc03e1b7d71" providerId="LiveId" clId="{360CAFAB-FEB2-4A7C-9EB6-9567E534077F}" dt="2020-08-23T22:47:54.322" v="55" actId="478"/>
          <ac:picMkLst>
            <pc:docMk/>
            <pc:sldMk cId="2414212037" sldId="259"/>
            <ac:picMk id="5" creationId="{F580E6D0-0C6B-4CAF-B816-B67B365000B0}"/>
          </ac:picMkLst>
        </pc:picChg>
        <pc:picChg chg="add mod ord">
          <ac:chgData name="elinor sibony" userId="f20e8cc03e1b7d71" providerId="LiveId" clId="{360CAFAB-FEB2-4A7C-9EB6-9567E534077F}" dt="2020-08-23T23:52:09.884" v="384" actId="1076"/>
          <ac:picMkLst>
            <pc:docMk/>
            <pc:sldMk cId="2414212037" sldId="259"/>
            <ac:picMk id="10" creationId="{165DFBBD-C23A-45FA-A9FA-2200FEB43D2D}"/>
          </ac:picMkLst>
        </pc:picChg>
        <pc:cxnChg chg="add del">
          <ac:chgData name="elinor sibony" userId="f20e8cc03e1b7d71" providerId="LiveId" clId="{360CAFAB-FEB2-4A7C-9EB6-9567E534077F}" dt="2020-08-23T23:51:30.571" v="382" actId="26606"/>
          <ac:cxnSpMkLst>
            <pc:docMk/>
            <pc:sldMk cId="2414212037" sldId="259"/>
            <ac:cxnSpMk id="23" creationId="{49CD1692-827B-4C8D-B4A1-134FD04CF45C}"/>
          </ac:cxnSpMkLst>
        </pc:cxnChg>
      </pc:sldChg>
      <pc:sldChg chg="addSp delSp modSp new mod setBg">
        <pc:chgData name="elinor sibony" userId="f20e8cc03e1b7d71" providerId="LiveId" clId="{360CAFAB-FEB2-4A7C-9EB6-9567E534077F}" dt="2020-08-24T00:03:00.283" v="491"/>
        <pc:sldMkLst>
          <pc:docMk/>
          <pc:sldMk cId="2342270226" sldId="260"/>
        </pc:sldMkLst>
        <pc:spChg chg="del">
          <ac:chgData name="elinor sibony" userId="f20e8cc03e1b7d71" providerId="LiveId" clId="{360CAFAB-FEB2-4A7C-9EB6-9567E534077F}" dt="2020-08-23T22:43:42.108" v="30" actId="478"/>
          <ac:spMkLst>
            <pc:docMk/>
            <pc:sldMk cId="2342270226" sldId="260"/>
            <ac:spMk id="2" creationId="{E3D6A6DF-C9F6-4944-933E-D152AE52238F}"/>
          </ac:spMkLst>
        </pc:spChg>
        <pc:spChg chg="add del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3" creationId="{1539E45E-9EF7-48F2-AAEB-AFBFCB28596A}"/>
          </ac:spMkLst>
        </pc:spChg>
        <pc:spChg chg="add del mo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6" creationId="{77B64BF6-4C73-4D0A-B66C-45B141A32CE1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11" creationId="{8A7BA06D-B3FF-4E91-8639-B4569AE3AA23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13" creationId="{2B30C86D-5A07-48BC-9C9D-6F9A2DB1E9E1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15" creationId="{2B577FF9-3543-4875-815D-3D87BD8A2002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17" creationId="{F5569EEC-E12F-4856-B407-02B2813A4AA5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19" creationId="{CF860788-3A6A-45A3-B3F1-06F159665603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21" creationId="{DF1E3393-B852-4883-B778-ED3525112942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23" creationId="{39853D09-4205-4CC7-83EB-288E886AC9E4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25" creationId="{0D040B79-3E73-4A31-840D-D6B9C9FDFC46}"/>
          </ac:spMkLst>
        </pc:spChg>
        <pc:spChg chg="add del">
          <ac:chgData name="elinor sibony" userId="f20e8cc03e1b7d71" providerId="LiveId" clId="{360CAFAB-FEB2-4A7C-9EB6-9567E534077F}" dt="2020-08-23T22:44:14.040" v="36" actId="26606"/>
          <ac:spMkLst>
            <pc:docMk/>
            <pc:sldMk cId="2342270226" sldId="260"/>
            <ac:spMk id="27" creationId="{156C6AE5-3F8B-42AC-9EA4-1B686A11E93F}"/>
          </ac:spMkLst>
        </pc:spChg>
        <pc:spChg chg="add del">
          <ac:chgData name="elinor sibony" userId="f20e8cc03e1b7d71" providerId="LiveId" clId="{360CAFAB-FEB2-4A7C-9EB6-9567E534077F}" dt="2020-08-23T22:44:15.033" v="38" actId="26606"/>
          <ac:spMkLst>
            <pc:docMk/>
            <pc:sldMk cId="2342270226" sldId="260"/>
            <ac:spMk id="29" creationId="{CB6E2F43-29E9-49D9-91FC-E5FEFAAA70DE}"/>
          </ac:spMkLst>
        </pc:spChg>
        <pc:spChg chg="add del">
          <ac:chgData name="elinor sibony" userId="f20e8cc03e1b7d71" providerId="LiveId" clId="{360CAFAB-FEB2-4A7C-9EB6-9567E534077F}" dt="2020-08-23T22:44:15.033" v="38" actId="26606"/>
          <ac:spMkLst>
            <pc:docMk/>
            <pc:sldMk cId="2342270226" sldId="260"/>
            <ac:spMk id="30" creationId="{8E63CC27-1C86-4653-8866-79C24C5C51FB}"/>
          </ac:spMkLst>
        </pc:spChg>
        <pc:spChg chg="add del">
          <ac:chgData name="elinor sibony" userId="f20e8cc03e1b7d71" providerId="LiveId" clId="{360CAFAB-FEB2-4A7C-9EB6-9567E534077F}" dt="2020-08-23T22:44:15.033" v="38" actId="26606"/>
          <ac:spMkLst>
            <pc:docMk/>
            <pc:sldMk cId="2342270226" sldId="260"/>
            <ac:spMk id="31" creationId="{3BA62E19-CD42-4C09-B825-844B4943D49D}"/>
          </ac:spMkLst>
        </pc:spChg>
        <pc:spChg chg="add del">
          <ac:chgData name="elinor sibony" userId="f20e8cc03e1b7d71" providerId="LiveId" clId="{360CAFAB-FEB2-4A7C-9EB6-9567E534077F}" dt="2020-08-23T22:44:15.033" v="38" actId="26606"/>
          <ac:spMkLst>
            <pc:docMk/>
            <pc:sldMk cId="2342270226" sldId="260"/>
            <ac:spMk id="32" creationId="{1539E45E-9EF7-48F2-AAEB-AFBFCB28596A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34" creationId="{8A7BA06D-B3FF-4E91-8639-B4569AE3AA23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35" creationId="{2B30C86D-5A07-48BC-9C9D-6F9A2DB1E9E1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36" creationId="{2B577FF9-3543-4875-815D-3D87BD8A2002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37" creationId="{F5569EEC-E12F-4856-B407-02B2813A4AA5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38" creationId="{CF860788-3A6A-45A3-B3F1-06F159665603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39" creationId="{DF1E3393-B852-4883-B778-ED3525112942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40" creationId="{39853D09-4205-4CC7-83EB-288E886AC9E4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41" creationId="{0D040B79-3E73-4A31-840D-D6B9C9FDFC46}"/>
          </ac:spMkLst>
        </pc:spChg>
        <pc:spChg chg="add">
          <ac:chgData name="elinor sibony" userId="f20e8cc03e1b7d71" providerId="LiveId" clId="{360CAFAB-FEB2-4A7C-9EB6-9567E534077F}" dt="2020-08-23T22:44:15.049" v="39" actId="26606"/>
          <ac:spMkLst>
            <pc:docMk/>
            <pc:sldMk cId="2342270226" sldId="260"/>
            <ac:spMk id="42" creationId="{156C6AE5-3F8B-42AC-9EA4-1B686A11E93F}"/>
          </ac:spMkLst>
        </pc:spChg>
        <pc:spChg chg="add mod">
          <ac:chgData name="elinor sibony" userId="f20e8cc03e1b7d71" providerId="LiveId" clId="{360CAFAB-FEB2-4A7C-9EB6-9567E534077F}" dt="2020-08-23T22:45:08.275" v="47" actId="27636"/>
          <ac:spMkLst>
            <pc:docMk/>
            <pc:sldMk cId="2342270226" sldId="260"/>
            <ac:spMk id="43" creationId="{77B64BF6-4C73-4D0A-B66C-45B141A32CE1}"/>
          </ac:spMkLst>
        </pc:spChg>
        <pc:picChg chg="add mod">
          <ac:chgData name="elinor sibony" userId="f20e8cc03e1b7d71" providerId="LiveId" clId="{360CAFAB-FEB2-4A7C-9EB6-9567E534077F}" dt="2020-08-23T22:48:29.530" v="62" actId="14100"/>
          <ac:picMkLst>
            <pc:docMk/>
            <pc:sldMk cId="2342270226" sldId="260"/>
            <ac:picMk id="5" creationId="{07E4C596-D961-4ED2-BF47-262F16550C84}"/>
          </ac:picMkLst>
        </pc:picChg>
      </pc:sldChg>
      <pc:sldChg chg="addSp delSp modSp new mod">
        <pc:chgData name="elinor sibony" userId="f20e8cc03e1b7d71" providerId="LiveId" clId="{360CAFAB-FEB2-4A7C-9EB6-9567E534077F}" dt="2020-08-23T22:51:44.174" v="70" actId="14100"/>
        <pc:sldMkLst>
          <pc:docMk/>
          <pc:sldMk cId="2165200650" sldId="261"/>
        </pc:sldMkLst>
        <pc:spChg chg="del">
          <ac:chgData name="elinor sibony" userId="f20e8cc03e1b7d71" providerId="LiveId" clId="{360CAFAB-FEB2-4A7C-9EB6-9567E534077F}" dt="2020-08-23T22:51:04.049" v="65" actId="478"/>
          <ac:spMkLst>
            <pc:docMk/>
            <pc:sldMk cId="2165200650" sldId="261"/>
            <ac:spMk id="2" creationId="{7CEEE223-1B54-408E-9EDD-266DB50BF87E}"/>
          </ac:spMkLst>
        </pc:spChg>
        <pc:spChg chg="mod">
          <ac:chgData name="elinor sibony" userId="f20e8cc03e1b7d71" providerId="LiveId" clId="{360CAFAB-FEB2-4A7C-9EB6-9567E534077F}" dt="2020-08-23T22:51:39.061" v="69"/>
          <ac:spMkLst>
            <pc:docMk/>
            <pc:sldMk cId="2165200650" sldId="261"/>
            <ac:spMk id="3" creationId="{05B4C73F-DDDB-4BF1-A216-48E37F002C46}"/>
          </ac:spMkLst>
        </pc:spChg>
        <pc:picChg chg="add mod">
          <ac:chgData name="elinor sibony" userId="f20e8cc03e1b7d71" providerId="LiveId" clId="{360CAFAB-FEB2-4A7C-9EB6-9567E534077F}" dt="2020-08-23T22:51:44.174" v="70" actId="14100"/>
          <ac:picMkLst>
            <pc:docMk/>
            <pc:sldMk cId="2165200650" sldId="261"/>
            <ac:picMk id="5" creationId="{37DCC346-DA64-4201-9DDD-C05773783CB0}"/>
          </ac:picMkLst>
        </pc:picChg>
      </pc:sldChg>
      <pc:sldChg chg="addSp modSp new mod setBg">
        <pc:chgData name="elinor sibony" userId="f20e8cc03e1b7d71" providerId="LiveId" clId="{360CAFAB-FEB2-4A7C-9EB6-9567E534077F}" dt="2020-08-24T00:03:00.283" v="491"/>
        <pc:sldMkLst>
          <pc:docMk/>
          <pc:sldMk cId="342227937" sldId="262"/>
        </pc:sldMkLst>
        <pc:spChg chg="mod">
          <ac:chgData name="elinor sibony" userId="f20e8cc03e1b7d71" providerId="LiveId" clId="{360CAFAB-FEB2-4A7C-9EB6-9567E534077F}" dt="2020-08-23T23:47:23.492" v="356" actId="14100"/>
          <ac:spMkLst>
            <pc:docMk/>
            <pc:sldMk cId="342227937" sldId="262"/>
            <ac:spMk id="2" creationId="{193822F2-5600-45EF-97F9-E7C814029856}"/>
          </ac:spMkLst>
        </pc:spChg>
        <pc:spChg chg="mod">
          <ac:chgData name="elinor sibony" userId="f20e8cc03e1b7d71" providerId="LiveId" clId="{360CAFAB-FEB2-4A7C-9EB6-9567E534077F}" dt="2020-08-23T23:45:53.136" v="337" actId="21"/>
          <ac:spMkLst>
            <pc:docMk/>
            <pc:sldMk cId="342227937" sldId="262"/>
            <ac:spMk id="3" creationId="{1AA854A0-46FB-46ED-B914-74445C7B56FC}"/>
          </ac:spMkLst>
        </pc:spChg>
        <pc:spChg chg="add">
          <ac:chgData name="elinor sibony" userId="f20e8cc03e1b7d71" providerId="LiveId" clId="{360CAFAB-FEB2-4A7C-9EB6-9567E534077F}" dt="2020-08-23T23:41:39.696" v="295" actId="26606"/>
          <ac:spMkLst>
            <pc:docMk/>
            <pc:sldMk cId="342227937" sldId="262"/>
            <ac:spMk id="8" creationId="{1709F1D5-B0F1-4714-A239-E5B61C161915}"/>
          </ac:spMkLst>
        </pc:spChg>
        <pc:spChg chg="add">
          <ac:chgData name="elinor sibony" userId="f20e8cc03e1b7d71" providerId="LiveId" clId="{360CAFAB-FEB2-4A7C-9EB6-9567E534077F}" dt="2020-08-23T23:41:39.696" v="295" actId="26606"/>
          <ac:spMkLst>
            <pc:docMk/>
            <pc:sldMk cId="342227937" sldId="262"/>
            <ac:spMk id="10" creationId="{228FB460-D3FF-4440-A020-05982A09E517}"/>
          </ac:spMkLst>
        </pc:spChg>
        <pc:spChg chg="add">
          <ac:chgData name="elinor sibony" userId="f20e8cc03e1b7d71" providerId="LiveId" clId="{360CAFAB-FEB2-4A7C-9EB6-9567E534077F}" dt="2020-08-23T23:41:39.696" v="295" actId="26606"/>
          <ac:spMkLst>
            <pc:docMk/>
            <pc:sldMk cId="342227937" sldId="262"/>
            <ac:spMk id="12" creationId="{14847E93-7DC1-4D4B-8829-B19AA7137C50}"/>
          </ac:spMkLst>
        </pc:spChg>
        <pc:spChg chg="add mod">
          <ac:chgData name="elinor sibony" userId="f20e8cc03e1b7d71" providerId="LiveId" clId="{360CAFAB-FEB2-4A7C-9EB6-9567E534077F}" dt="2020-08-23T23:47:56.275" v="361" actId="20577"/>
          <ac:spMkLst>
            <pc:docMk/>
            <pc:sldMk cId="342227937" sldId="262"/>
            <ac:spMk id="13" creationId="{9F4AD1E9-56EE-4D81-AE10-47A7376DB944}"/>
          </ac:spMkLst>
        </pc:spChg>
        <pc:spChg chg="add">
          <ac:chgData name="elinor sibony" userId="f20e8cc03e1b7d71" providerId="LiveId" clId="{360CAFAB-FEB2-4A7C-9EB6-9567E534077F}" dt="2020-08-23T23:41:39.696" v="295" actId="26606"/>
          <ac:spMkLst>
            <pc:docMk/>
            <pc:sldMk cId="342227937" sldId="262"/>
            <ac:spMk id="14" creationId="{5566D6E1-03A1-4D73-A4E0-35D74D568A04}"/>
          </ac:spMkLst>
        </pc:spChg>
        <pc:spChg chg="add mod">
          <ac:chgData name="elinor sibony" userId="f20e8cc03e1b7d71" providerId="LiveId" clId="{360CAFAB-FEB2-4A7C-9EB6-9567E534077F}" dt="2020-08-23T23:46:22.878" v="341" actId="255"/>
          <ac:spMkLst>
            <pc:docMk/>
            <pc:sldMk cId="342227937" sldId="262"/>
            <ac:spMk id="15" creationId="{2CD5E414-6E07-4DF7-8231-3DB245AA3FF6}"/>
          </ac:spMkLst>
        </pc:spChg>
        <pc:spChg chg="add">
          <ac:chgData name="elinor sibony" userId="f20e8cc03e1b7d71" providerId="LiveId" clId="{360CAFAB-FEB2-4A7C-9EB6-9567E534077F}" dt="2020-08-23T23:41:39.696" v="295" actId="26606"/>
          <ac:spMkLst>
            <pc:docMk/>
            <pc:sldMk cId="342227937" sldId="262"/>
            <ac:spMk id="16" creationId="{9F835A99-04AC-494A-A572-AFE8413CC938}"/>
          </ac:spMkLst>
        </pc:spChg>
        <pc:spChg chg="add">
          <ac:chgData name="elinor sibony" userId="f20e8cc03e1b7d71" providerId="LiveId" clId="{360CAFAB-FEB2-4A7C-9EB6-9567E534077F}" dt="2020-08-23T23:41:39.696" v="295" actId="26606"/>
          <ac:spMkLst>
            <pc:docMk/>
            <pc:sldMk cId="342227937" sldId="262"/>
            <ac:spMk id="18" creationId="{7B786209-1B0B-4CA9-9BDD-F7327066A84D}"/>
          </ac:spMkLst>
        </pc:spChg>
        <pc:spChg chg="add">
          <ac:chgData name="elinor sibony" userId="f20e8cc03e1b7d71" providerId="LiveId" clId="{360CAFAB-FEB2-4A7C-9EB6-9567E534077F}" dt="2020-08-23T23:41:39.696" v="295" actId="26606"/>
          <ac:spMkLst>
            <pc:docMk/>
            <pc:sldMk cId="342227937" sldId="262"/>
            <ac:spMk id="20" creationId="{2D2964BB-484D-45AE-AD66-D407D0629652}"/>
          </ac:spMkLst>
        </pc:spChg>
        <pc:spChg chg="add">
          <ac:chgData name="elinor sibony" userId="f20e8cc03e1b7d71" providerId="LiveId" clId="{360CAFAB-FEB2-4A7C-9EB6-9567E534077F}" dt="2020-08-23T23:41:39.696" v="295" actId="26606"/>
          <ac:spMkLst>
            <pc:docMk/>
            <pc:sldMk cId="342227937" sldId="262"/>
            <ac:spMk id="22" creationId="{6691AC69-A76E-4DAB-B565-468B6B87ACF3}"/>
          </ac:spMkLst>
        </pc:spChg>
      </pc:sldChg>
      <pc:sldChg chg="addSp delSp modSp new mod setBg">
        <pc:chgData name="elinor sibony" userId="f20e8cc03e1b7d71" providerId="LiveId" clId="{360CAFAB-FEB2-4A7C-9EB6-9567E534077F}" dt="2020-08-24T00:03:00.283" v="491"/>
        <pc:sldMkLst>
          <pc:docMk/>
          <pc:sldMk cId="2060241811" sldId="263"/>
        </pc:sldMkLst>
        <pc:spChg chg="del">
          <ac:chgData name="elinor sibony" userId="f20e8cc03e1b7d71" providerId="LiveId" clId="{360CAFAB-FEB2-4A7C-9EB6-9567E534077F}" dt="2020-08-23T22:54:24.169" v="97" actId="478"/>
          <ac:spMkLst>
            <pc:docMk/>
            <pc:sldMk cId="2060241811" sldId="263"/>
            <ac:spMk id="2" creationId="{82E8DC8B-E6D9-4E65-8767-9021FB0878B7}"/>
          </ac:spMkLst>
        </pc:spChg>
        <pc:spChg chg="add del mod">
          <ac:chgData name="elinor sibony" userId="f20e8cc03e1b7d71" providerId="LiveId" clId="{360CAFAB-FEB2-4A7C-9EB6-9567E534077F}" dt="2020-08-23T23:37:40.204" v="265" actId="27636"/>
          <ac:spMkLst>
            <pc:docMk/>
            <pc:sldMk cId="2060241811" sldId="263"/>
            <ac:spMk id="3" creationId="{6CDB2F19-F220-4499-AAE1-2B51022D72F0}"/>
          </ac:spMkLst>
        </pc:spChg>
        <pc:spChg chg="add">
          <ac:chgData name="elinor sibony" userId="f20e8cc03e1b7d71" providerId="LiveId" clId="{360CAFAB-FEB2-4A7C-9EB6-9567E534077F}" dt="2020-08-23T23:36:29.563" v="256" actId="26606"/>
          <ac:spMkLst>
            <pc:docMk/>
            <pc:sldMk cId="2060241811" sldId="263"/>
            <ac:spMk id="8" creationId="{1709F1D5-B0F1-4714-A239-E5B61C161915}"/>
          </ac:spMkLst>
        </pc:spChg>
        <pc:spChg chg="add">
          <ac:chgData name="elinor sibony" userId="f20e8cc03e1b7d71" providerId="LiveId" clId="{360CAFAB-FEB2-4A7C-9EB6-9567E534077F}" dt="2020-08-23T23:36:29.563" v="256" actId="26606"/>
          <ac:spMkLst>
            <pc:docMk/>
            <pc:sldMk cId="2060241811" sldId="263"/>
            <ac:spMk id="10" creationId="{228FB460-D3FF-4440-A020-05982A09E517}"/>
          </ac:spMkLst>
        </pc:spChg>
        <pc:spChg chg="add">
          <ac:chgData name="elinor sibony" userId="f20e8cc03e1b7d71" providerId="LiveId" clId="{360CAFAB-FEB2-4A7C-9EB6-9567E534077F}" dt="2020-08-23T23:36:29.563" v="256" actId="26606"/>
          <ac:spMkLst>
            <pc:docMk/>
            <pc:sldMk cId="2060241811" sldId="263"/>
            <ac:spMk id="12" creationId="{14847E93-7DC1-4D4B-8829-B19AA7137C50}"/>
          </ac:spMkLst>
        </pc:spChg>
        <pc:spChg chg="add mod">
          <ac:chgData name="elinor sibony" userId="f20e8cc03e1b7d71" providerId="LiveId" clId="{360CAFAB-FEB2-4A7C-9EB6-9567E534077F}" dt="2020-08-23T23:49:13.635" v="373" actId="122"/>
          <ac:spMkLst>
            <pc:docMk/>
            <pc:sldMk cId="2060241811" sldId="263"/>
            <ac:spMk id="13" creationId="{8D1CA533-5608-40BC-B71B-D9971BDF2BF2}"/>
          </ac:spMkLst>
        </pc:spChg>
        <pc:spChg chg="add">
          <ac:chgData name="elinor sibony" userId="f20e8cc03e1b7d71" providerId="LiveId" clId="{360CAFAB-FEB2-4A7C-9EB6-9567E534077F}" dt="2020-08-23T23:36:29.563" v="256" actId="26606"/>
          <ac:spMkLst>
            <pc:docMk/>
            <pc:sldMk cId="2060241811" sldId="263"/>
            <ac:spMk id="14" creationId="{5566D6E1-03A1-4D73-A4E0-35D74D568A04}"/>
          </ac:spMkLst>
        </pc:spChg>
        <pc:spChg chg="add">
          <ac:chgData name="elinor sibony" userId="f20e8cc03e1b7d71" providerId="LiveId" clId="{360CAFAB-FEB2-4A7C-9EB6-9567E534077F}" dt="2020-08-23T23:36:29.563" v="256" actId="26606"/>
          <ac:spMkLst>
            <pc:docMk/>
            <pc:sldMk cId="2060241811" sldId="263"/>
            <ac:spMk id="16" creationId="{9F835A99-04AC-494A-A572-AFE8413CC938}"/>
          </ac:spMkLst>
        </pc:spChg>
        <pc:spChg chg="add">
          <ac:chgData name="elinor sibony" userId="f20e8cc03e1b7d71" providerId="LiveId" clId="{360CAFAB-FEB2-4A7C-9EB6-9567E534077F}" dt="2020-08-23T23:36:29.563" v="256" actId="26606"/>
          <ac:spMkLst>
            <pc:docMk/>
            <pc:sldMk cId="2060241811" sldId="263"/>
            <ac:spMk id="18" creationId="{7B786209-1B0B-4CA9-9BDD-F7327066A84D}"/>
          </ac:spMkLst>
        </pc:spChg>
        <pc:spChg chg="add">
          <ac:chgData name="elinor sibony" userId="f20e8cc03e1b7d71" providerId="LiveId" clId="{360CAFAB-FEB2-4A7C-9EB6-9567E534077F}" dt="2020-08-23T23:36:29.563" v="256" actId="26606"/>
          <ac:spMkLst>
            <pc:docMk/>
            <pc:sldMk cId="2060241811" sldId="263"/>
            <ac:spMk id="20" creationId="{2D2964BB-484D-45AE-AD66-D407D0629652}"/>
          </ac:spMkLst>
        </pc:spChg>
        <pc:spChg chg="add">
          <ac:chgData name="elinor sibony" userId="f20e8cc03e1b7d71" providerId="LiveId" clId="{360CAFAB-FEB2-4A7C-9EB6-9567E534077F}" dt="2020-08-23T23:36:29.563" v="256" actId="26606"/>
          <ac:spMkLst>
            <pc:docMk/>
            <pc:sldMk cId="2060241811" sldId="263"/>
            <ac:spMk id="22" creationId="{6691AC69-A76E-4DAB-B565-468B6B87ACF3}"/>
          </ac:spMkLst>
        </pc:spChg>
      </pc:sldChg>
      <pc:sldChg chg="addSp delSp modSp new mod setBg">
        <pc:chgData name="elinor sibony" userId="f20e8cc03e1b7d71" providerId="LiveId" clId="{360CAFAB-FEB2-4A7C-9EB6-9567E534077F}" dt="2020-08-24T00:03:00.283" v="491"/>
        <pc:sldMkLst>
          <pc:docMk/>
          <pc:sldMk cId="520486795" sldId="264"/>
        </pc:sldMkLst>
        <pc:spChg chg="del">
          <ac:chgData name="elinor sibony" userId="f20e8cc03e1b7d71" providerId="LiveId" clId="{360CAFAB-FEB2-4A7C-9EB6-9567E534077F}" dt="2020-08-23T22:55:42.777" v="110" actId="478"/>
          <ac:spMkLst>
            <pc:docMk/>
            <pc:sldMk cId="520486795" sldId="264"/>
            <ac:spMk id="2" creationId="{D53B04BE-0641-48E0-BA8F-5FDBA4A797E0}"/>
          </ac:spMkLst>
        </pc:spChg>
        <pc:spChg chg="add del mo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3" creationId="{2FFCC704-6497-4F17-B2D5-B0738EA51D6C}"/>
          </ac:spMkLst>
        </pc:spChg>
        <pc:spChg chg="ad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8" creationId="{1709F1D5-B0F1-4714-A239-E5B61C161915}"/>
          </ac:spMkLst>
        </pc:spChg>
        <pc:spChg chg="add del">
          <ac:chgData name="elinor sibony" userId="f20e8cc03e1b7d71" providerId="LiveId" clId="{360CAFAB-FEB2-4A7C-9EB6-9567E534077F}" dt="2020-08-23T23:34:46.015" v="240" actId="26606"/>
          <ac:spMkLst>
            <pc:docMk/>
            <pc:sldMk cId="520486795" sldId="264"/>
            <ac:spMk id="9" creationId="{9DBC8166-481C-4473-95F5-9A5B9073B7F1}"/>
          </ac:spMkLst>
        </pc:spChg>
        <pc:spChg chg="add del">
          <ac:chgData name="elinor sibony" userId="f20e8cc03e1b7d71" providerId="LiveId" clId="{360CAFAB-FEB2-4A7C-9EB6-9567E534077F}" dt="2020-08-23T23:35:11.359" v="244" actId="26606"/>
          <ac:spMkLst>
            <pc:docMk/>
            <pc:sldMk cId="520486795" sldId="264"/>
            <ac:spMk id="10" creationId="{4AC6B390-BC59-4F1D-A0EE-D71A92F0A0B2}"/>
          </ac:spMkLst>
        </pc:spChg>
        <pc:spChg chg="add del">
          <ac:chgData name="elinor sibony" userId="f20e8cc03e1b7d71" providerId="LiveId" clId="{360CAFAB-FEB2-4A7C-9EB6-9567E534077F}" dt="2020-08-23T23:34:46.015" v="240" actId="26606"/>
          <ac:spMkLst>
            <pc:docMk/>
            <pc:sldMk cId="520486795" sldId="264"/>
            <ac:spMk id="11" creationId="{A5A5CE6E-90AF-4D43-A014-1F9EC83EB93D}"/>
          </ac:spMkLst>
        </pc:spChg>
        <pc:spChg chg="add del">
          <ac:chgData name="elinor sibony" userId="f20e8cc03e1b7d71" providerId="LiveId" clId="{360CAFAB-FEB2-4A7C-9EB6-9567E534077F}" dt="2020-08-23T23:35:11.359" v="244" actId="26606"/>
          <ac:spMkLst>
            <pc:docMk/>
            <pc:sldMk cId="520486795" sldId="264"/>
            <ac:spMk id="12" creationId="{B6C60D79-16F1-4C4B-B7E3-7634E7069CDE}"/>
          </ac:spMkLst>
        </pc:spChg>
        <pc:spChg chg="add del">
          <ac:chgData name="elinor sibony" userId="f20e8cc03e1b7d71" providerId="LiveId" clId="{360CAFAB-FEB2-4A7C-9EB6-9567E534077F}" dt="2020-08-23T23:34:56.087" v="242" actId="26606"/>
          <ac:spMkLst>
            <pc:docMk/>
            <pc:sldMk cId="520486795" sldId="264"/>
            <ac:spMk id="13" creationId="{6E895C8D-1379-40B8-8B1B-B6F5AEAF0A6C}"/>
          </ac:spMkLst>
        </pc:spChg>
        <pc:spChg chg="add del">
          <ac:chgData name="elinor sibony" userId="f20e8cc03e1b7d71" providerId="LiveId" clId="{360CAFAB-FEB2-4A7C-9EB6-9567E534077F}" dt="2020-08-23T23:34:56.087" v="242" actId="26606"/>
          <ac:spMkLst>
            <pc:docMk/>
            <pc:sldMk cId="520486795" sldId="264"/>
            <ac:spMk id="14" creationId="{545D489D-16E1-484D-867B-144368D74B83}"/>
          </ac:spMkLst>
        </pc:spChg>
        <pc:spChg chg="add del">
          <ac:chgData name="elinor sibony" userId="f20e8cc03e1b7d71" providerId="LiveId" clId="{360CAFAB-FEB2-4A7C-9EB6-9567E534077F}" dt="2020-08-23T23:34:56.087" v="242" actId="26606"/>
          <ac:spMkLst>
            <pc:docMk/>
            <pc:sldMk cId="520486795" sldId="264"/>
            <ac:spMk id="15" creationId="{49A496F5-B01E-4BF8-9D1E-C4E53B6F9652}"/>
          </ac:spMkLst>
        </pc:spChg>
        <pc:spChg chg="add del">
          <ac:chgData name="elinor sibony" userId="f20e8cc03e1b7d71" providerId="LiveId" clId="{360CAFAB-FEB2-4A7C-9EB6-9567E534077F}" dt="2020-08-23T23:35:11.359" v="244" actId="26606"/>
          <ac:spMkLst>
            <pc:docMk/>
            <pc:sldMk cId="520486795" sldId="264"/>
            <ac:spMk id="18" creationId="{426B127E-6498-4C77-9C9D-4553A5113B80}"/>
          </ac:spMkLst>
        </pc:spChg>
        <pc:spChg chg="add del">
          <ac:chgData name="elinor sibony" userId="f20e8cc03e1b7d71" providerId="LiveId" clId="{360CAFAB-FEB2-4A7C-9EB6-9567E534077F}" dt="2020-08-23T23:35:11.359" v="244" actId="26606"/>
          <ac:spMkLst>
            <pc:docMk/>
            <pc:sldMk cId="520486795" sldId="264"/>
            <ac:spMk id="19" creationId="{2FFCC704-6497-4F17-B2D5-B0738EA51D6C}"/>
          </ac:spMkLst>
        </pc:spChg>
        <pc:spChg chg="ad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20" creationId="{2D2964BB-484D-45AE-AD66-D407D0629652}"/>
          </ac:spMkLst>
        </pc:spChg>
        <pc:spChg chg="ad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21" creationId="{228FB460-D3FF-4440-A020-05982A09E517}"/>
          </ac:spMkLst>
        </pc:spChg>
        <pc:spChg chg="ad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22" creationId="{6691AC69-A76E-4DAB-B565-468B6B87ACF3}"/>
          </ac:spMkLst>
        </pc:spChg>
        <pc:spChg chg="ad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23" creationId="{14847E93-7DC1-4D4B-8829-B19AA7137C50}"/>
          </ac:spMkLst>
        </pc:spChg>
        <pc:spChg chg="ad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24" creationId="{5566D6E1-03A1-4D73-A4E0-35D74D568A04}"/>
          </ac:spMkLst>
        </pc:spChg>
        <pc:spChg chg="ad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25" creationId="{9F835A99-04AC-494A-A572-AFE8413CC938}"/>
          </ac:spMkLst>
        </pc:spChg>
        <pc:spChg chg="add mod">
          <ac:chgData name="elinor sibony" userId="f20e8cc03e1b7d71" providerId="LiveId" clId="{360CAFAB-FEB2-4A7C-9EB6-9567E534077F}" dt="2020-08-23T23:38:42.836" v="273" actId="20577"/>
          <ac:spMkLst>
            <pc:docMk/>
            <pc:sldMk cId="520486795" sldId="264"/>
            <ac:spMk id="26" creationId="{2FFCC704-6497-4F17-B2D5-B0738EA51D6C}"/>
          </ac:spMkLst>
        </pc:spChg>
        <pc:spChg chg="add">
          <ac:chgData name="elinor sibony" userId="f20e8cc03e1b7d71" providerId="LiveId" clId="{360CAFAB-FEB2-4A7C-9EB6-9567E534077F}" dt="2020-08-23T23:35:11.375" v="245" actId="26606"/>
          <ac:spMkLst>
            <pc:docMk/>
            <pc:sldMk cId="520486795" sldId="264"/>
            <ac:spMk id="27" creationId="{7B786209-1B0B-4CA9-9BDD-F7327066A84D}"/>
          </ac:spMkLst>
        </pc:spChg>
        <pc:spChg chg="add mod">
          <ac:chgData name="elinor sibony" userId="f20e8cc03e1b7d71" providerId="LiveId" clId="{360CAFAB-FEB2-4A7C-9EB6-9567E534077F}" dt="2020-08-23T23:39:48.050" v="290" actId="255"/>
          <ac:spMkLst>
            <pc:docMk/>
            <pc:sldMk cId="520486795" sldId="264"/>
            <ac:spMk id="28" creationId="{35CD5178-A596-46A8-AF82-451A4532EF38}"/>
          </ac:spMkLst>
        </pc:spChg>
        <pc:graphicFrameChg chg="add del">
          <ac:chgData name="elinor sibony" userId="f20e8cc03e1b7d71" providerId="LiveId" clId="{360CAFAB-FEB2-4A7C-9EB6-9567E534077F}" dt="2020-08-23T23:34:46.015" v="240" actId="26606"/>
          <ac:graphicFrameMkLst>
            <pc:docMk/>
            <pc:sldMk cId="520486795" sldId="264"/>
            <ac:graphicFrameMk id="5" creationId="{3E8E8F1E-F7C5-4DFA-8EA7-02FC64410757}"/>
          </ac:graphicFrameMkLst>
        </pc:graphicFrameChg>
        <pc:graphicFrameChg chg="add del">
          <ac:chgData name="elinor sibony" userId="f20e8cc03e1b7d71" providerId="LiveId" clId="{360CAFAB-FEB2-4A7C-9EB6-9567E534077F}" dt="2020-08-23T23:34:56.087" v="242" actId="26606"/>
          <ac:graphicFrameMkLst>
            <pc:docMk/>
            <pc:sldMk cId="520486795" sldId="264"/>
            <ac:graphicFrameMk id="16" creationId="{271A0275-5724-4E15-B44D-22249400CDC8}"/>
          </ac:graphicFrameMkLst>
        </pc:graphicFrameChg>
        <pc:picChg chg="add del">
          <ac:chgData name="elinor sibony" userId="f20e8cc03e1b7d71" providerId="LiveId" clId="{360CAFAB-FEB2-4A7C-9EB6-9567E534077F}" dt="2020-08-23T23:35:11.359" v="244" actId="26606"/>
          <ac:picMkLst>
            <pc:docMk/>
            <pc:sldMk cId="520486795" sldId="264"/>
            <ac:picMk id="7" creationId="{237483A9-0693-4E32-B9FB-7388717D8EA3}"/>
          </ac:picMkLst>
        </pc:picChg>
      </pc:sldChg>
      <pc:sldChg chg="addSp delSp modSp new mod setBg">
        <pc:chgData name="elinor sibony" userId="f20e8cc03e1b7d71" providerId="LiveId" clId="{360CAFAB-FEB2-4A7C-9EB6-9567E534077F}" dt="2020-08-24T00:03:00.283" v="491"/>
        <pc:sldMkLst>
          <pc:docMk/>
          <pc:sldMk cId="2997066527" sldId="265"/>
        </pc:sldMkLst>
        <pc:spChg chg="mod">
          <ac:chgData name="elinor sibony" userId="f20e8cc03e1b7d71" providerId="LiveId" clId="{360CAFAB-FEB2-4A7C-9EB6-9567E534077F}" dt="2020-08-23T23:40:23.577" v="294" actId="14100"/>
          <ac:spMkLst>
            <pc:docMk/>
            <pc:sldMk cId="2997066527" sldId="265"/>
            <ac:spMk id="2" creationId="{8115C0C8-2189-4277-8EAC-B4B757148CB1}"/>
          </ac:spMkLst>
        </pc:spChg>
        <pc:spChg chg="del mod">
          <ac:chgData name="elinor sibony" userId="f20e8cc03e1b7d71" providerId="LiveId" clId="{360CAFAB-FEB2-4A7C-9EB6-9567E534077F}" dt="2020-08-23T23:33:55.328" v="232" actId="26606"/>
          <ac:spMkLst>
            <pc:docMk/>
            <pc:sldMk cId="2997066527" sldId="265"/>
            <ac:spMk id="3" creationId="{592DD5D2-A29F-4052-BCA0-6EEB00E7337F}"/>
          </ac:spMkLst>
        </pc:spChg>
        <pc:spChg chg="add">
          <ac:chgData name="elinor sibony" userId="f20e8cc03e1b7d71" providerId="LiveId" clId="{360CAFAB-FEB2-4A7C-9EB6-9567E534077F}" dt="2020-08-23T23:33:55.328" v="232" actId="26606"/>
          <ac:spMkLst>
            <pc:docMk/>
            <pc:sldMk cId="2997066527" sldId="265"/>
            <ac:spMk id="9" creationId="{9DBC8166-481C-4473-95F5-9A5B9073B7F1}"/>
          </ac:spMkLst>
        </pc:spChg>
        <pc:spChg chg="add">
          <ac:chgData name="elinor sibony" userId="f20e8cc03e1b7d71" providerId="LiveId" clId="{360CAFAB-FEB2-4A7C-9EB6-9567E534077F}" dt="2020-08-23T23:33:55.328" v="232" actId="26606"/>
          <ac:spMkLst>
            <pc:docMk/>
            <pc:sldMk cId="2997066527" sldId="265"/>
            <ac:spMk id="11" creationId="{A5A5CE6E-90AF-4D43-A014-1F9EC83EB93D}"/>
          </ac:spMkLst>
        </pc:spChg>
        <pc:graphicFrameChg chg="add mod">
          <ac:chgData name="elinor sibony" userId="f20e8cc03e1b7d71" providerId="LiveId" clId="{360CAFAB-FEB2-4A7C-9EB6-9567E534077F}" dt="2020-08-23T23:34:28.275" v="238" actId="207"/>
          <ac:graphicFrameMkLst>
            <pc:docMk/>
            <pc:sldMk cId="2997066527" sldId="265"/>
            <ac:graphicFrameMk id="5" creationId="{E064F4A3-6D2C-46AC-8A91-67F8AF599C9D}"/>
          </ac:graphicFrameMkLst>
        </pc:graphicFrameChg>
      </pc:sldChg>
      <pc:sldChg chg="addSp modSp new mod setBg">
        <pc:chgData name="elinor sibony" userId="f20e8cc03e1b7d71" providerId="LiveId" clId="{360CAFAB-FEB2-4A7C-9EB6-9567E534077F}" dt="2020-08-24T00:03:00.283" v="491"/>
        <pc:sldMkLst>
          <pc:docMk/>
          <pc:sldMk cId="3193351183" sldId="266"/>
        </pc:sldMkLst>
        <pc:spChg chg="mod">
          <ac:chgData name="elinor sibony" userId="f20e8cc03e1b7d71" providerId="LiveId" clId="{360CAFAB-FEB2-4A7C-9EB6-9567E534077F}" dt="2020-08-23T23:33:24.790" v="229" actId="26606"/>
          <ac:spMkLst>
            <pc:docMk/>
            <pc:sldMk cId="3193351183" sldId="266"/>
            <ac:spMk id="2" creationId="{3362F76B-3988-4D32-A962-A4F4CB88D5B4}"/>
          </ac:spMkLst>
        </pc:spChg>
        <pc:spChg chg="mod">
          <ac:chgData name="elinor sibony" userId="f20e8cc03e1b7d71" providerId="LiveId" clId="{360CAFAB-FEB2-4A7C-9EB6-9567E534077F}" dt="2020-08-23T23:33:46.935" v="231" actId="2710"/>
          <ac:spMkLst>
            <pc:docMk/>
            <pc:sldMk cId="3193351183" sldId="266"/>
            <ac:spMk id="3" creationId="{815F32BB-FDAA-49F4-AB10-7E274E81BCFE}"/>
          </ac:spMkLst>
        </pc:spChg>
        <pc:spChg chg="add">
          <ac:chgData name="elinor sibony" userId="f20e8cc03e1b7d71" providerId="LiveId" clId="{360CAFAB-FEB2-4A7C-9EB6-9567E534077F}" dt="2020-08-23T23:33:24.790" v="229" actId="26606"/>
          <ac:spMkLst>
            <pc:docMk/>
            <pc:sldMk cId="3193351183" sldId="266"/>
            <ac:spMk id="8" creationId="{907EF6B7-1338-4443-8C46-6A318D952DFD}"/>
          </ac:spMkLst>
        </pc:spChg>
        <pc:spChg chg="add">
          <ac:chgData name="elinor sibony" userId="f20e8cc03e1b7d71" providerId="LiveId" clId="{360CAFAB-FEB2-4A7C-9EB6-9567E534077F}" dt="2020-08-23T23:33:24.790" v="229" actId="26606"/>
          <ac:spMkLst>
            <pc:docMk/>
            <pc:sldMk cId="3193351183" sldId="266"/>
            <ac:spMk id="10" creationId="{DAAE4CDD-124C-4DCF-9584-B6033B545DD5}"/>
          </ac:spMkLst>
        </pc:spChg>
        <pc:spChg chg="add">
          <ac:chgData name="elinor sibony" userId="f20e8cc03e1b7d71" providerId="LiveId" clId="{360CAFAB-FEB2-4A7C-9EB6-9567E534077F}" dt="2020-08-23T23:33:24.790" v="229" actId="26606"/>
          <ac:spMkLst>
            <pc:docMk/>
            <pc:sldMk cId="3193351183" sldId="266"/>
            <ac:spMk id="12" creationId="{081E4A58-353D-44AE-B2FC-2A74E2E400F7}"/>
          </ac:spMkLst>
        </pc:spChg>
      </pc:sldChg>
      <pc:sldChg chg="addSp delSp modSp new mod setBg">
        <pc:chgData name="elinor sibony" userId="f20e8cc03e1b7d71" providerId="LiveId" clId="{360CAFAB-FEB2-4A7C-9EB6-9567E534077F}" dt="2020-08-24T00:03:00.283" v="491"/>
        <pc:sldMkLst>
          <pc:docMk/>
          <pc:sldMk cId="1956899166" sldId="267"/>
        </pc:sldMkLst>
        <pc:spChg chg="mod">
          <ac:chgData name="elinor sibony" userId="f20e8cc03e1b7d71" providerId="LiveId" clId="{360CAFAB-FEB2-4A7C-9EB6-9567E534077F}" dt="2020-08-23T23:30:28.803" v="212" actId="26606"/>
          <ac:spMkLst>
            <pc:docMk/>
            <pc:sldMk cId="1956899166" sldId="267"/>
            <ac:spMk id="2" creationId="{7E37DD4E-08D9-4EFE-9953-DFD32D6142EB}"/>
          </ac:spMkLst>
        </pc:spChg>
        <pc:spChg chg="add del mod">
          <ac:chgData name="elinor sibony" userId="f20e8cc03e1b7d71" providerId="LiveId" clId="{360CAFAB-FEB2-4A7C-9EB6-9567E534077F}" dt="2020-08-23T23:30:28.803" v="212" actId="26606"/>
          <ac:spMkLst>
            <pc:docMk/>
            <pc:sldMk cId="1956899166" sldId="267"/>
            <ac:spMk id="3" creationId="{A8B5CB80-DC50-4BEA-9B30-533FB068117E}"/>
          </ac:spMkLst>
        </pc:spChg>
        <pc:spChg chg="add del">
          <ac:chgData name="elinor sibony" userId="f20e8cc03e1b7d71" providerId="LiveId" clId="{360CAFAB-FEB2-4A7C-9EB6-9567E534077F}" dt="2020-08-23T23:27:53.010" v="195" actId="26606"/>
          <ac:spMkLst>
            <pc:docMk/>
            <pc:sldMk cId="1956899166" sldId="267"/>
            <ac:spMk id="9" creationId="{9DBC8166-481C-4473-95F5-9A5B9073B7F1}"/>
          </ac:spMkLst>
        </pc:spChg>
        <pc:spChg chg="add del">
          <ac:chgData name="elinor sibony" userId="f20e8cc03e1b7d71" providerId="LiveId" clId="{360CAFAB-FEB2-4A7C-9EB6-9567E534077F}" dt="2020-08-23T23:27:53.010" v="195" actId="26606"/>
          <ac:spMkLst>
            <pc:docMk/>
            <pc:sldMk cId="1956899166" sldId="267"/>
            <ac:spMk id="11" creationId="{A5A5CE6E-90AF-4D43-A014-1F9EC83EB93D}"/>
          </ac:spMkLst>
        </pc:spChg>
        <pc:spChg chg="add del">
          <ac:chgData name="elinor sibony" userId="f20e8cc03e1b7d71" providerId="LiveId" clId="{360CAFAB-FEB2-4A7C-9EB6-9567E534077F}" dt="2020-08-23T23:27:59.239" v="197" actId="26606"/>
          <ac:spMkLst>
            <pc:docMk/>
            <pc:sldMk cId="1956899166" sldId="267"/>
            <ac:spMk id="13" creationId="{651547D7-AD18-407B-A5F4-F8225B5DCFCC}"/>
          </ac:spMkLst>
        </pc:spChg>
        <pc:spChg chg="add del">
          <ac:chgData name="elinor sibony" userId="f20e8cc03e1b7d71" providerId="LiveId" clId="{360CAFAB-FEB2-4A7C-9EB6-9567E534077F}" dt="2020-08-23T23:27:59.239" v="197" actId="26606"/>
          <ac:spMkLst>
            <pc:docMk/>
            <pc:sldMk cId="1956899166" sldId="267"/>
            <ac:spMk id="14" creationId="{AE5A632B-B15A-489E-8337-BC0F40DBC21F}"/>
          </ac:spMkLst>
        </pc:spChg>
        <pc:spChg chg="add del">
          <ac:chgData name="elinor sibony" userId="f20e8cc03e1b7d71" providerId="LiveId" clId="{360CAFAB-FEB2-4A7C-9EB6-9567E534077F}" dt="2020-08-23T23:27:59.239" v="197" actId="26606"/>
          <ac:spMkLst>
            <pc:docMk/>
            <pc:sldMk cId="1956899166" sldId="267"/>
            <ac:spMk id="15" creationId="{6E895C8D-1379-40B8-8B1B-B6F5AEAF0A6C}"/>
          </ac:spMkLst>
        </pc:spChg>
        <pc:spChg chg="add del">
          <ac:chgData name="elinor sibony" userId="f20e8cc03e1b7d71" providerId="LiveId" clId="{360CAFAB-FEB2-4A7C-9EB6-9567E534077F}" dt="2020-08-23T23:28:08.685" v="199" actId="26606"/>
          <ac:spMkLst>
            <pc:docMk/>
            <pc:sldMk cId="1956899166" sldId="267"/>
            <ac:spMk id="18" creationId="{9DBC8166-481C-4473-95F5-9A5B9073B7F1}"/>
          </ac:spMkLst>
        </pc:spChg>
        <pc:spChg chg="add del">
          <ac:chgData name="elinor sibony" userId="f20e8cc03e1b7d71" providerId="LiveId" clId="{360CAFAB-FEB2-4A7C-9EB6-9567E534077F}" dt="2020-08-23T23:28:08.685" v="199" actId="26606"/>
          <ac:spMkLst>
            <pc:docMk/>
            <pc:sldMk cId="1956899166" sldId="267"/>
            <ac:spMk id="19" creationId="{A5A5CE6E-90AF-4D43-A014-1F9EC83EB93D}"/>
          </ac:spMkLst>
        </pc:spChg>
        <pc:spChg chg="add del">
          <ac:chgData name="elinor sibony" userId="f20e8cc03e1b7d71" providerId="LiveId" clId="{360CAFAB-FEB2-4A7C-9EB6-9567E534077F}" dt="2020-08-23T23:28:21.115" v="201" actId="26606"/>
          <ac:spMkLst>
            <pc:docMk/>
            <pc:sldMk cId="1956899166" sldId="267"/>
            <ac:spMk id="22" creationId="{7DA1F35B-C8F7-4A5A-9339-7DA4D785B300}"/>
          </ac:spMkLst>
        </pc:spChg>
        <pc:spChg chg="add del">
          <ac:chgData name="elinor sibony" userId="f20e8cc03e1b7d71" providerId="LiveId" clId="{360CAFAB-FEB2-4A7C-9EB6-9567E534077F}" dt="2020-08-23T23:28:21.115" v="201" actId="26606"/>
          <ac:spMkLst>
            <pc:docMk/>
            <pc:sldMk cId="1956899166" sldId="267"/>
            <ac:spMk id="23" creationId="{B2D4AD41-40DA-4A81-92F5-B6E3BA1ED82A}"/>
          </ac:spMkLst>
        </pc:spChg>
        <pc:spChg chg="add del">
          <ac:chgData name="elinor sibony" userId="f20e8cc03e1b7d71" providerId="LiveId" clId="{360CAFAB-FEB2-4A7C-9EB6-9567E534077F}" dt="2020-08-23T23:28:28.555" v="203" actId="26606"/>
          <ac:spMkLst>
            <pc:docMk/>
            <pc:sldMk cId="1956899166" sldId="267"/>
            <ac:spMk id="26" creationId="{AE2B703B-46F9-481A-A605-82E2A828C4FA}"/>
          </ac:spMkLst>
        </pc:spChg>
        <pc:spChg chg="add del">
          <ac:chgData name="elinor sibony" userId="f20e8cc03e1b7d71" providerId="LiveId" clId="{360CAFAB-FEB2-4A7C-9EB6-9567E534077F}" dt="2020-08-23T23:28:28.555" v="203" actId="26606"/>
          <ac:spMkLst>
            <pc:docMk/>
            <pc:sldMk cId="1956899166" sldId="267"/>
            <ac:spMk id="27" creationId="{F13BE4D7-0C3D-4906-B230-A1C5B4665CCF}"/>
          </ac:spMkLst>
        </pc:spChg>
        <pc:spChg chg="add del">
          <ac:chgData name="elinor sibony" userId="f20e8cc03e1b7d71" providerId="LiveId" clId="{360CAFAB-FEB2-4A7C-9EB6-9567E534077F}" dt="2020-08-23T23:28:33.779" v="205" actId="26606"/>
          <ac:spMkLst>
            <pc:docMk/>
            <pc:sldMk cId="1956899166" sldId="267"/>
            <ac:spMk id="30" creationId="{7DA1F35B-C8F7-4A5A-9339-7DA4D785B300}"/>
          </ac:spMkLst>
        </pc:spChg>
        <pc:spChg chg="add del">
          <ac:chgData name="elinor sibony" userId="f20e8cc03e1b7d71" providerId="LiveId" clId="{360CAFAB-FEB2-4A7C-9EB6-9567E534077F}" dt="2020-08-23T23:28:33.779" v="205" actId="26606"/>
          <ac:spMkLst>
            <pc:docMk/>
            <pc:sldMk cId="1956899166" sldId="267"/>
            <ac:spMk id="31" creationId="{B2D4AD41-40DA-4A81-92F5-B6E3BA1ED82A}"/>
          </ac:spMkLst>
        </pc:spChg>
        <pc:spChg chg="add del">
          <ac:chgData name="elinor sibony" userId="f20e8cc03e1b7d71" providerId="LiveId" clId="{360CAFAB-FEB2-4A7C-9EB6-9567E534077F}" dt="2020-08-23T23:28:37.536" v="207" actId="26606"/>
          <ac:spMkLst>
            <pc:docMk/>
            <pc:sldMk cId="1956899166" sldId="267"/>
            <ac:spMk id="34" creationId="{9DBC8166-481C-4473-95F5-9A5B9073B7F1}"/>
          </ac:spMkLst>
        </pc:spChg>
        <pc:spChg chg="add del">
          <ac:chgData name="elinor sibony" userId="f20e8cc03e1b7d71" providerId="LiveId" clId="{360CAFAB-FEB2-4A7C-9EB6-9567E534077F}" dt="2020-08-23T23:28:37.536" v="207" actId="26606"/>
          <ac:spMkLst>
            <pc:docMk/>
            <pc:sldMk cId="1956899166" sldId="267"/>
            <ac:spMk id="35" creationId="{A5A5CE6E-90AF-4D43-A014-1F9EC83EB93D}"/>
          </ac:spMkLst>
        </pc:spChg>
        <pc:spChg chg="add del">
          <ac:chgData name="elinor sibony" userId="f20e8cc03e1b7d71" providerId="LiveId" clId="{360CAFAB-FEB2-4A7C-9EB6-9567E534077F}" dt="2020-08-23T23:28:42.219" v="209" actId="26606"/>
          <ac:spMkLst>
            <pc:docMk/>
            <pc:sldMk cId="1956899166" sldId="267"/>
            <ac:spMk id="38" creationId="{AE5A632B-B15A-489E-8337-BC0F40DBC21F}"/>
          </ac:spMkLst>
        </pc:spChg>
        <pc:spChg chg="add del">
          <ac:chgData name="elinor sibony" userId="f20e8cc03e1b7d71" providerId="LiveId" clId="{360CAFAB-FEB2-4A7C-9EB6-9567E534077F}" dt="2020-08-23T23:28:42.219" v="209" actId="26606"/>
          <ac:spMkLst>
            <pc:docMk/>
            <pc:sldMk cId="1956899166" sldId="267"/>
            <ac:spMk id="39" creationId="{6E895C8D-1379-40B8-8B1B-B6F5AEAF0A6C}"/>
          </ac:spMkLst>
        </pc:spChg>
        <pc:spChg chg="add del">
          <ac:chgData name="elinor sibony" userId="f20e8cc03e1b7d71" providerId="LiveId" clId="{360CAFAB-FEB2-4A7C-9EB6-9567E534077F}" dt="2020-08-23T23:28:42.219" v="209" actId="26606"/>
          <ac:spMkLst>
            <pc:docMk/>
            <pc:sldMk cId="1956899166" sldId="267"/>
            <ac:spMk id="40" creationId="{651547D7-AD18-407B-A5F4-F8225B5DCFCC}"/>
          </ac:spMkLst>
        </pc:spChg>
        <pc:spChg chg="add del">
          <ac:chgData name="elinor sibony" userId="f20e8cc03e1b7d71" providerId="LiveId" clId="{360CAFAB-FEB2-4A7C-9EB6-9567E534077F}" dt="2020-08-23T23:30:28.756" v="211" actId="26606"/>
          <ac:spMkLst>
            <pc:docMk/>
            <pc:sldMk cId="1956899166" sldId="267"/>
            <ac:spMk id="43" creationId="{9DBC8166-481C-4473-95F5-9A5B9073B7F1}"/>
          </ac:spMkLst>
        </pc:spChg>
        <pc:spChg chg="add del">
          <ac:chgData name="elinor sibony" userId="f20e8cc03e1b7d71" providerId="LiveId" clId="{360CAFAB-FEB2-4A7C-9EB6-9567E534077F}" dt="2020-08-23T23:30:28.756" v="211" actId="26606"/>
          <ac:spMkLst>
            <pc:docMk/>
            <pc:sldMk cId="1956899166" sldId="267"/>
            <ac:spMk id="44" creationId="{A5A5CE6E-90AF-4D43-A014-1F9EC83EB93D}"/>
          </ac:spMkLst>
        </pc:spChg>
        <pc:spChg chg="add">
          <ac:chgData name="elinor sibony" userId="f20e8cc03e1b7d71" providerId="LiveId" clId="{360CAFAB-FEB2-4A7C-9EB6-9567E534077F}" dt="2020-08-23T23:30:28.803" v="212" actId="26606"/>
          <ac:spMkLst>
            <pc:docMk/>
            <pc:sldMk cId="1956899166" sldId="267"/>
            <ac:spMk id="47" creationId="{7DA1F35B-C8F7-4A5A-9339-7DA4D785B300}"/>
          </ac:spMkLst>
        </pc:spChg>
        <pc:spChg chg="add">
          <ac:chgData name="elinor sibony" userId="f20e8cc03e1b7d71" providerId="LiveId" clId="{360CAFAB-FEB2-4A7C-9EB6-9567E534077F}" dt="2020-08-23T23:30:28.803" v="212" actId="26606"/>
          <ac:spMkLst>
            <pc:docMk/>
            <pc:sldMk cId="1956899166" sldId="267"/>
            <ac:spMk id="48" creationId="{B2D4AD41-40DA-4A81-92F5-B6E3BA1ED82A}"/>
          </ac:spMkLst>
        </pc:spChg>
        <pc:graphicFrameChg chg="add del">
          <ac:chgData name="elinor sibony" userId="f20e8cc03e1b7d71" providerId="LiveId" clId="{360CAFAB-FEB2-4A7C-9EB6-9567E534077F}" dt="2020-08-23T23:27:53.010" v="195" actId="26606"/>
          <ac:graphicFrameMkLst>
            <pc:docMk/>
            <pc:sldMk cId="1956899166" sldId="267"/>
            <ac:graphicFrameMk id="5" creationId="{C1517A17-839D-4877-ACB5-5B20A7EC0EE6}"/>
          </ac:graphicFrameMkLst>
        </pc:graphicFrameChg>
        <pc:graphicFrameChg chg="add del">
          <ac:chgData name="elinor sibony" userId="f20e8cc03e1b7d71" providerId="LiveId" clId="{360CAFAB-FEB2-4A7C-9EB6-9567E534077F}" dt="2020-08-23T23:27:59.239" v="197" actId="26606"/>
          <ac:graphicFrameMkLst>
            <pc:docMk/>
            <pc:sldMk cId="1956899166" sldId="267"/>
            <ac:graphicFrameMk id="16" creationId="{A38DDEB3-526B-4555-89CC-19E44999570E}"/>
          </ac:graphicFrameMkLst>
        </pc:graphicFrameChg>
        <pc:graphicFrameChg chg="add del">
          <ac:chgData name="elinor sibony" userId="f20e8cc03e1b7d71" providerId="LiveId" clId="{360CAFAB-FEB2-4A7C-9EB6-9567E534077F}" dt="2020-08-23T23:28:08.685" v="199" actId="26606"/>
          <ac:graphicFrameMkLst>
            <pc:docMk/>
            <pc:sldMk cId="1956899166" sldId="267"/>
            <ac:graphicFrameMk id="20" creationId="{FA5C7DE8-394E-4119-A39D-E828B0EA5B76}"/>
          </ac:graphicFrameMkLst>
        </pc:graphicFrameChg>
        <pc:graphicFrameChg chg="add del">
          <ac:chgData name="elinor sibony" userId="f20e8cc03e1b7d71" providerId="LiveId" clId="{360CAFAB-FEB2-4A7C-9EB6-9567E534077F}" dt="2020-08-23T23:28:21.115" v="201" actId="26606"/>
          <ac:graphicFrameMkLst>
            <pc:docMk/>
            <pc:sldMk cId="1956899166" sldId="267"/>
            <ac:graphicFrameMk id="24" creationId="{1E81E2CD-50CE-4EFE-B1D2-736C066D5CE7}"/>
          </ac:graphicFrameMkLst>
        </pc:graphicFrameChg>
        <pc:graphicFrameChg chg="add del">
          <ac:chgData name="elinor sibony" userId="f20e8cc03e1b7d71" providerId="LiveId" clId="{360CAFAB-FEB2-4A7C-9EB6-9567E534077F}" dt="2020-08-23T23:28:28.555" v="203" actId="26606"/>
          <ac:graphicFrameMkLst>
            <pc:docMk/>
            <pc:sldMk cId="1956899166" sldId="267"/>
            <ac:graphicFrameMk id="28" creationId="{7C83615A-E220-4771-BA75-ECD4D6ADD70C}"/>
          </ac:graphicFrameMkLst>
        </pc:graphicFrameChg>
        <pc:graphicFrameChg chg="add del">
          <ac:chgData name="elinor sibony" userId="f20e8cc03e1b7d71" providerId="LiveId" clId="{360CAFAB-FEB2-4A7C-9EB6-9567E534077F}" dt="2020-08-23T23:28:33.779" v="205" actId="26606"/>
          <ac:graphicFrameMkLst>
            <pc:docMk/>
            <pc:sldMk cId="1956899166" sldId="267"/>
            <ac:graphicFrameMk id="32" creationId="{1E81E2CD-50CE-4EFE-B1D2-736C066D5CE7}"/>
          </ac:graphicFrameMkLst>
        </pc:graphicFrameChg>
        <pc:graphicFrameChg chg="add del">
          <ac:chgData name="elinor sibony" userId="f20e8cc03e1b7d71" providerId="LiveId" clId="{360CAFAB-FEB2-4A7C-9EB6-9567E534077F}" dt="2020-08-23T23:28:37.536" v="207" actId="26606"/>
          <ac:graphicFrameMkLst>
            <pc:docMk/>
            <pc:sldMk cId="1956899166" sldId="267"/>
            <ac:graphicFrameMk id="36" creationId="{FA5C7DE8-394E-4119-A39D-E828B0EA5B76}"/>
          </ac:graphicFrameMkLst>
        </pc:graphicFrameChg>
        <pc:graphicFrameChg chg="add del">
          <ac:chgData name="elinor sibony" userId="f20e8cc03e1b7d71" providerId="LiveId" clId="{360CAFAB-FEB2-4A7C-9EB6-9567E534077F}" dt="2020-08-23T23:28:42.219" v="209" actId="26606"/>
          <ac:graphicFrameMkLst>
            <pc:docMk/>
            <pc:sldMk cId="1956899166" sldId="267"/>
            <ac:graphicFrameMk id="41" creationId="{A38DDEB3-526B-4555-89CC-19E44999570E}"/>
          </ac:graphicFrameMkLst>
        </pc:graphicFrameChg>
        <pc:graphicFrameChg chg="add del">
          <ac:chgData name="elinor sibony" userId="f20e8cc03e1b7d71" providerId="LiveId" clId="{360CAFAB-FEB2-4A7C-9EB6-9567E534077F}" dt="2020-08-23T23:30:28.756" v="211" actId="26606"/>
          <ac:graphicFrameMkLst>
            <pc:docMk/>
            <pc:sldMk cId="1956899166" sldId="267"/>
            <ac:graphicFrameMk id="45" creationId="{C1517A17-839D-4877-ACB5-5B20A7EC0EE6}"/>
          </ac:graphicFrameMkLst>
        </pc:graphicFrameChg>
        <pc:graphicFrameChg chg="add mod">
          <ac:chgData name="elinor sibony" userId="f20e8cc03e1b7d71" providerId="LiveId" clId="{360CAFAB-FEB2-4A7C-9EB6-9567E534077F}" dt="2020-08-23T23:32:25.874" v="222" actId="207"/>
          <ac:graphicFrameMkLst>
            <pc:docMk/>
            <pc:sldMk cId="1956899166" sldId="267"/>
            <ac:graphicFrameMk id="49" creationId="{1E81E2CD-50CE-4EFE-B1D2-736C066D5CE7}"/>
          </ac:graphicFrameMkLst>
        </pc:graphicFrameChg>
      </pc:sldChg>
      <pc:sldChg chg="addSp delSp modSp new mod setBg">
        <pc:chgData name="elinor sibony" userId="f20e8cc03e1b7d71" providerId="LiveId" clId="{360CAFAB-FEB2-4A7C-9EB6-9567E534077F}" dt="2020-08-24T00:03:00.283" v="491"/>
        <pc:sldMkLst>
          <pc:docMk/>
          <pc:sldMk cId="4069892808" sldId="268"/>
        </pc:sldMkLst>
        <pc:spChg chg="mod">
          <ac:chgData name="elinor sibony" userId="f20e8cc03e1b7d71" providerId="LiveId" clId="{360CAFAB-FEB2-4A7C-9EB6-9567E534077F}" dt="2020-08-23T23:32:39.043" v="223" actId="207"/>
          <ac:spMkLst>
            <pc:docMk/>
            <pc:sldMk cId="4069892808" sldId="268"/>
            <ac:spMk id="2" creationId="{6178FAC7-1014-4586-B41D-D4199E19B0B3}"/>
          </ac:spMkLst>
        </pc:spChg>
        <pc:spChg chg="add del mod">
          <ac:chgData name="elinor sibony" userId="f20e8cc03e1b7d71" providerId="LiveId" clId="{360CAFAB-FEB2-4A7C-9EB6-9567E534077F}" dt="2020-08-23T23:27:11.766" v="189" actId="26606"/>
          <ac:spMkLst>
            <pc:docMk/>
            <pc:sldMk cId="4069892808" sldId="268"/>
            <ac:spMk id="3" creationId="{FA815B1C-DCC9-4121-B4EE-48A3489E20FB}"/>
          </ac:spMkLst>
        </pc:spChg>
        <pc:spChg chg="add del">
          <ac:chgData name="elinor sibony" userId="f20e8cc03e1b7d71" providerId="LiveId" clId="{360CAFAB-FEB2-4A7C-9EB6-9567E534077F}" dt="2020-08-23T23:27:01.911" v="186" actId="26606"/>
          <ac:spMkLst>
            <pc:docMk/>
            <pc:sldMk cId="4069892808" sldId="268"/>
            <ac:spMk id="9" creationId="{9DBC8166-481C-4473-95F5-9A5B9073B7F1}"/>
          </ac:spMkLst>
        </pc:spChg>
        <pc:spChg chg="add del">
          <ac:chgData name="elinor sibony" userId="f20e8cc03e1b7d71" providerId="LiveId" clId="{360CAFAB-FEB2-4A7C-9EB6-9567E534077F}" dt="2020-08-23T23:27:01.911" v="186" actId="26606"/>
          <ac:spMkLst>
            <pc:docMk/>
            <pc:sldMk cId="4069892808" sldId="268"/>
            <ac:spMk id="11" creationId="{A5A5CE6E-90AF-4D43-A014-1F9EC83EB93D}"/>
          </ac:spMkLst>
        </pc:spChg>
        <pc:spChg chg="add del">
          <ac:chgData name="elinor sibony" userId="f20e8cc03e1b7d71" providerId="LiveId" clId="{360CAFAB-FEB2-4A7C-9EB6-9567E534077F}" dt="2020-08-23T23:27:11.719" v="188" actId="26606"/>
          <ac:spMkLst>
            <pc:docMk/>
            <pc:sldMk cId="4069892808" sldId="268"/>
            <ac:spMk id="13" creationId="{651547D7-AD18-407B-A5F4-F8225B5DCFCC}"/>
          </ac:spMkLst>
        </pc:spChg>
        <pc:spChg chg="add del">
          <ac:chgData name="elinor sibony" userId="f20e8cc03e1b7d71" providerId="LiveId" clId="{360CAFAB-FEB2-4A7C-9EB6-9567E534077F}" dt="2020-08-23T23:27:11.719" v="188" actId="26606"/>
          <ac:spMkLst>
            <pc:docMk/>
            <pc:sldMk cId="4069892808" sldId="268"/>
            <ac:spMk id="14" creationId="{AE5A632B-B15A-489E-8337-BC0F40DBC21F}"/>
          </ac:spMkLst>
        </pc:spChg>
        <pc:spChg chg="add del">
          <ac:chgData name="elinor sibony" userId="f20e8cc03e1b7d71" providerId="LiveId" clId="{360CAFAB-FEB2-4A7C-9EB6-9567E534077F}" dt="2020-08-23T23:27:11.719" v="188" actId="26606"/>
          <ac:spMkLst>
            <pc:docMk/>
            <pc:sldMk cId="4069892808" sldId="268"/>
            <ac:spMk id="15" creationId="{6E895C8D-1379-40B8-8B1B-B6F5AEAF0A6C}"/>
          </ac:spMkLst>
        </pc:spChg>
        <pc:spChg chg="add">
          <ac:chgData name="elinor sibony" userId="f20e8cc03e1b7d71" providerId="LiveId" clId="{360CAFAB-FEB2-4A7C-9EB6-9567E534077F}" dt="2020-08-23T23:27:11.766" v="189" actId="26606"/>
          <ac:spMkLst>
            <pc:docMk/>
            <pc:sldMk cId="4069892808" sldId="268"/>
            <ac:spMk id="18" creationId="{9DBC8166-481C-4473-95F5-9A5B9073B7F1}"/>
          </ac:spMkLst>
        </pc:spChg>
        <pc:spChg chg="add">
          <ac:chgData name="elinor sibony" userId="f20e8cc03e1b7d71" providerId="LiveId" clId="{360CAFAB-FEB2-4A7C-9EB6-9567E534077F}" dt="2020-08-23T23:27:11.766" v="189" actId="26606"/>
          <ac:spMkLst>
            <pc:docMk/>
            <pc:sldMk cId="4069892808" sldId="268"/>
            <ac:spMk id="19" creationId="{A5A5CE6E-90AF-4D43-A014-1F9EC83EB93D}"/>
          </ac:spMkLst>
        </pc:spChg>
        <pc:graphicFrameChg chg="add del">
          <ac:chgData name="elinor sibony" userId="f20e8cc03e1b7d71" providerId="LiveId" clId="{360CAFAB-FEB2-4A7C-9EB6-9567E534077F}" dt="2020-08-23T23:27:01.911" v="186" actId="26606"/>
          <ac:graphicFrameMkLst>
            <pc:docMk/>
            <pc:sldMk cId="4069892808" sldId="268"/>
            <ac:graphicFrameMk id="5" creationId="{7146B792-730D-4A9F-9E3C-8121A0838740}"/>
          </ac:graphicFrameMkLst>
        </pc:graphicFrameChg>
        <pc:graphicFrameChg chg="add del">
          <ac:chgData name="elinor sibony" userId="f20e8cc03e1b7d71" providerId="LiveId" clId="{360CAFAB-FEB2-4A7C-9EB6-9567E534077F}" dt="2020-08-23T23:27:11.719" v="188" actId="26606"/>
          <ac:graphicFrameMkLst>
            <pc:docMk/>
            <pc:sldMk cId="4069892808" sldId="268"/>
            <ac:graphicFrameMk id="16" creationId="{8DB5286E-B9C0-42F9-AF68-FE3D235EA484}"/>
          </ac:graphicFrameMkLst>
        </pc:graphicFrameChg>
        <pc:graphicFrameChg chg="add mod">
          <ac:chgData name="elinor sibony" userId="f20e8cc03e1b7d71" providerId="LiveId" clId="{360CAFAB-FEB2-4A7C-9EB6-9567E534077F}" dt="2020-08-23T23:33:16.284" v="228" actId="207"/>
          <ac:graphicFrameMkLst>
            <pc:docMk/>
            <pc:sldMk cId="4069892808" sldId="268"/>
            <ac:graphicFrameMk id="20" creationId="{7146B792-730D-4A9F-9E3C-8121A0838740}"/>
          </ac:graphicFrameMkLst>
        </pc:graphicFrameChg>
      </pc:sldChg>
      <pc:sldChg chg="addSp modSp new mod setBg">
        <pc:chgData name="elinor sibony" userId="f20e8cc03e1b7d71" providerId="LiveId" clId="{360CAFAB-FEB2-4A7C-9EB6-9567E534077F}" dt="2020-08-24T00:13:02.207" v="652" actId="113"/>
        <pc:sldMkLst>
          <pc:docMk/>
          <pc:sldMk cId="1461370562" sldId="269"/>
        </pc:sldMkLst>
        <pc:spChg chg="mod">
          <ac:chgData name="elinor sibony" userId="f20e8cc03e1b7d71" providerId="LiveId" clId="{360CAFAB-FEB2-4A7C-9EB6-9567E534077F}" dt="2020-08-23T23:48:33.453" v="368" actId="20577"/>
          <ac:spMkLst>
            <pc:docMk/>
            <pc:sldMk cId="1461370562" sldId="269"/>
            <ac:spMk id="2" creationId="{E401E34C-BC89-452F-9B9A-0D1633FFA8D7}"/>
          </ac:spMkLst>
        </pc:spChg>
        <pc:spChg chg="mod">
          <ac:chgData name="elinor sibony" userId="f20e8cc03e1b7d71" providerId="LiveId" clId="{360CAFAB-FEB2-4A7C-9EB6-9567E534077F}" dt="2020-08-24T00:13:02.207" v="652" actId="113"/>
          <ac:spMkLst>
            <pc:docMk/>
            <pc:sldMk cId="1461370562" sldId="269"/>
            <ac:spMk id="3" creationId="{AE29D54A-3D51-4FAF-B8F9-5144935002EA}"/>
          </ac:spMkLst>
        </pc:spChg>
        <pc:spChg chg="add">
          <ac:chgData name="elinor sibony" userId="f20e8cc03e1b7d71" providerId="LiveId" clId="{360CAFAB-FEB2-4A7C-9EB6-9567E534077F}" dt="2020-08-23T23:48:09.708" v="362" actId="26606"/>
          <ac:spMkLst>
            <pc:docMk/>
            <pc:sldMk cId="1461370562" sldId="269"/>
            <ac:spMk id="8" creationId="{1709F1D5-B0F1-4714-A239-E5B61C161915}"/>
          </ac:spMkLst>
        </pc:spChg>
        <pc:spChg chg="add">
          <ac:chgData name="elinor sibony" userId="f20e8cc03e1b7d71" providerId="LiveId" clId="{360CAFAB-FEB2-4A7C-9EB6-9567E534077F}" dt="2020-08-23T23:48:09.708" v="362" actId="26606"/>
          <ac:spMkLst>
            <pc:docMk/>
            <pc:sldMk cId="1461370562" sldId="269"/>
            <ac:spMk id="10" creationId="{228FB460-D3FF-4440-A020-05982A09E517}"/>
          </ac:spMkLst>
        </pc:spChg>
        <pc:spChg chg="add">
          <ac:chgData name="elinor sibony" userId="f20e8cc03e1b7d71" providerId="LiveId" clId="{360CAFAB-FEB2-4A7C-9EB6-9567E534077F}" dt="2020-08-23T23:48:09.708" v="362" actId="26606"/>
          <ac:spMkLst>
            <pc:docMk/>
            <pc:sldMk cId="1461370562" sldId="269"/>
            <ac:spMk id="12" creationId="{14847E93-7DC1-4D4B-8829-B19AA7137C50}"/>
          </ac:spMkLst>
        </pc:spChg>
        <pc:spChg chg="add">
          <ac:chgData name="elinor sibony" userId="f20e8cc03e1b7d71" providerId="LiveId" clId="{360CAFAB-FEB2-4A7C-9EB6-9567E534077F}" dt="2020-08-23T23:48:09.708" v="362" actId="26606"/>
          <ac:spMkLst>
            <pc:docMk/>
            <pc:sldMk cId="1461370562" sldId="269"/>
            <ac:spMk id="14" creationId="{5566D6E1-03A1-4D73-A4E0-35D74D568A04}"/>
          </ac:spMkLst>
        </pc:spChg>
        <pc:spChg chg="add">
          <ac:chgData name="elinor sibony" userId="f20e8cc03e1b7d71" providerId="LiveId" clId="{360CAFAB-FEB2-4A7C-9EB6-9567E534077F}" dt="2020-08-23T23:48:09.708" v="362" actId="26606"/>
          <ac:spMkLst>
            <pc:docMk/>
            <pc:sldMk cId="1461370562" sldId="269"/>
            <ac:spMk id="16" creationId="{9F835A99-04AC-494A-A572-AFE8413CC938}"/>
          </ac:spMkLst>
        </pc:spChg>
        <pc:spChg chg="add">
          <ac:chgData name="elinor sibony" userId="f20e8cc03e1b7d71" providerId="LiveId" clId="{360CAFAB-FEB2-4A7C-9EB6-9567E534077F}" dt="2020-08-23T23:48:09.708" v="362" actId="26606"/>
          <ac:spMkLst>
            <pc:docMk/>
            <pc:sldMk cId="1461370562" sldId="269"/>
            <ac:spMk id="18" creationId="{7B786209-1B0B-4CA9-9BDD-F7327066A84D}"/>
          </ac:spMkLst>
        </pc:spChg>
        <pc:spChg chg="add">
          <ac:chgData name="elinor sibony" userId="f20e8cc03e1b7d71" providerId="LiveId" clId="{360CAFAB-FEB2-4A7C-9EB6-9567E534077F}" dt="2020-08-23T23:48:09.708" v="362" actId="26606"/>
          <ac:spMkLst>
            <pc:docMk/>
            <pc:sldMk cId="1461370562" sldId="269"/>
            <ac:spMk id="20" creationId="{2D2964BB-484D-45AE-AD66-D407D0629652}"/>
          </ac:spMkLst>
        </pc:spChg>
        <pc:spChg chg="add">
          <ac:chgData name="elinor sibony" userId="f20e8cc03e1b7d71" providerId="LiveId" clId="{360CAFAB-FEB2-4A7C-9EB6-9567E534077F}" dt="2020-08-23T23:48:09.708" v="362" actId="26606"/>
          <ac:spMkLst>
            <pc:docMk/>
            <pc:sldMk cId="1461370562" sldId="269"/>
            <ac:spMk id="22" creationId="{6691AC69-A76E-4DAB-B565-468B6B87ACF3}"/>
          </ac:spMkLst>
        </pc:spChg>
      </pc:sldChg>
      <pc:sldChg chg="addSp delSp modSp new mod setBg">
        <pc:chgData name="elinor sibony" userId="f20e8cc03e1b7d71" providerId="LiveId" clId="{360CAFAB-FEB2-4A7C-9EB6-9567E534077F}" dt="2020-08-24T00:03:00.283" v="491"/>
        <pc:sldMkLst>
          <pc:docMk/>
          <pc:sldMk cId="25069899" sldId="270"/>
        </pc:sldMkLst>
        <pc:spChg chg="mod">
          <ac:chgData name="elinor sibony" userId="f20e8cc03e1b7d71" providerId="LiveId" clId="{360CAFAB-FEB2-4A7C-9EB6-9567E534077F}" dt="2020-08-23T23:55:40.996" v="407" actId="113"/>
          <ac:spMkLst>
            <pc:docMk/>
            <pc:sldMk cId="25069899" sldId="270"/>
            <ac:spMk id="2" creationId="{1A0DAFFB-5883-400A-A689-377EF2D4B920}"/>
          </ac:spMkLst>
        </pc:spChg>
        <pc:spChg chg="mod">
          <ac:chgData name="elinor sibony" userId="f20e8cc03e1b7d71" providerId="LiveId" clId="{360CAFAB-FEB2-4A7C-9EB6-9567E534077F}" dt="2020-08-23T23:55:21.831" v="400" actId="113"/>
          <ac:spMkLst>
            <pc:docMk/>
            <pc:sldMk cId="25069899" sldId="270"/>
            <ac:spMk id="3" creationId="{DFA941BA-73D1-452D-9976-5A2914E80A08}"/>
          </ac:spMkLst>
        </pc:spChg>
        <pc:spChg chg="add del">
          <ac:chgData name="elinor sibony" userId="f20e8cc03e1b7d71" providerId="LiveId" clId="{360CAFAB-FEB2-4A7C-9EB6-9567E534077F}" dt="2020-08-23T23:54:31.125" v="394" actId="26606"/>
          <ac:spMkLst>
            <pc:docMk/>
            <pc:sldMk cId="25069899" sldId="270"/>
            <ac:spMk id="8" creationId="{E92FEB64-6EEA-4759-B4A4-BD2C1E660BA8}"/>
          </ac:spMkLst>
        </pc:spChg>
        <pc:spChg chg="add del">
          <ac:chgData name="elinor sibony" userId="f20e8cc03e1b7d71" providerId="LiveId" clId="{360CAFAB-FEB2-4A7C-9EB6-9567E534077F}" dt="2020-08-23T23:54:31.125" v="394" actId="26606"/>
          <ac:spMkLst>
            <pc:docMk/>
            <pc:sldMk cId="25069899" sldId="270"/>
            <ac:spMk id="10" creationId="{B10BB131-AC8E-4A8E-A5D1-36260F720C3B}"/>
          </ac:spMkLst>
        </pc:spChg>
        <pc:spChg chg="add del">
          <ac:chgData name="elinor sibony" userId="f20e8cc03e1b7d71" providerId="LiveId" clId="{360CAFAB-FEB2-4A7C-9EB6-9567E534077F}" dt="2020-08-23T23:54:31.125" v="394" actId="26606"/>
          <ac:spMkLst>
            <pc:docMk/>
            <pc:sldMk cId="25069899" sldId="270"/>
            <ac:spMk id="12" creationId="{14847E93-7DC1-4D4B-8829-B19AA7137C50}"/>
          </ac:spMkLst>
        </pc:spChg>
        <pc:spChg chg="add del">
          <ac:chgData name="elinor sibony" userId="f20e8cc03e1b7d71" providerId="LiveId" clId="{360CAFAB-FEB2-4A7C-9EB6-9567E534077F}" dt="2020-08-23T23:54:31.125" v="394" actId="26606"/>
          <ac:spMkLst>
            <pc:docMk/>
            <pc:sldMk cId="25069899" sldId="270"/>
            <ac:spMk id="14" creationId="{5566D6E1-03A1-4D73-A4E0-35D74D568A04}"/>
          </ac:spMkLst>
        </pc:spChg>
        <pc:spChg chg="add del">
          <ac:chgData name="elinor sibony" userId="f20e8cc03e1b7d71" providerId="LiveId" clId="{360CAFAB-FEB2-4A7C-9EB6-9567E534077F}" dt="2020-08-23T23:54:31.125" v="394" actId="26606"/>
          <ac:spMkLst>
            <pc:docMk/>
            <pc:sldMk cId="25069899" sldId="270"/>
            <ac:spMk id="16" creationId="{9F835A99-04AC-494A-A572-AFE8413CC938}"/>
          </ac:spMkLst>
        </pc:spChg>
        <pc:spChg chg="add del">
          <ac:chgData name="elinor sibony" userId="f20e8cc03e1b7d71" providerId="LiveId" clId="{360CAFAB-FEB2-4A7C-9EB6-9567E534077F}" dt="2020-08-23T23:54:31.125" v="394" actId="26606"/>
          <ac:spMkLst>
            <pc:docMk/>
            <pc:sldMk cId="25069899" sldId="270"/>
            <ac:spMk id="18" creationId="{7B786209-1B0B-4CA9-9BDD-F7327066A84D}"/>
          </ac:spMkLst>
        </pc:spChg>
        <pc:spChg chg="add del">
          <ac:chgData name="elinor sibony" userId="f20e8cc03e1b7d71" providerId="LiveId" clId="{360CAFAB-FEB2-4A7C-9EB6-9567E534077F}" dt="2020-08-23T23:54:31.125" v="394" actId="26606"/>
          <ac:spMkLst>
            <pc:docMk/>
            <pc:sldMk cId="25069899" sldId="270"/>
            <ac:spMk id="20" creationId="{2D2964BB-484D-45AE-AD66-D407D0629652}"/>
          </ac:spMkLst>
        </pc:spChg>
        <pc:spChg chg="add del">
          <ac:chgData name="elinor sibony" userId="f20e8cc03e1b7d71" providerId="LiveId" clId="{360CAFAB-FEB2-4A7C-9EB6-9567E534077F}" dt="2020-08-23T23:54:31.125" v="394" actId="26606"/>
          <ac:spMkLst>
            <pc:docMk/>
            <pc:sldMk cId="25069899" sldId="270"/>
            <ac:spMk id="22" creationId="{6691AC69-A76E-4DAB-B565-468B6B87ACF3}"/>
          </ac:spMkLst>
        </pc:spChg>
        <pc:spChg chg="add del">
          <ac:chgData name="elinor sibony" userId="f20e8cc03e1b7d71" providerId="LiveId" clId="{360CAFAB-FEB2-4A7C-9EB6-9567E534077F}" dt="2020-08-23T23:54:52.294" v="396" actId="26606"/>
          <ac:spMkLst>
            <pc:docMk/>
            <pc:sldMk cId="25069899" sldId="270"/>
            <ac:spMk id="28" creationId="{460B0EFB-53ED-4F35-B05D-F658EA021C65}"/>
          </ac:spMkLst>
        </pc:spChg>
        <pc:spChg chg="add del">
          <ac:chgData name="elinor sibony" userId="f20e8cc03e1b7d71" providerId="LiveId" clId="{360CAFAB-FEB2-4A7C-9EB6-9567E534077F}" dt="2020-08-23T23:54:52.294" v="396" actId="26606"/>
          <ac:spMkLst>
            <pc:docMk/>
            <pc:sldMk cId="25069899" sldId="270"/>
            <ac:spMk id="30" creationId="{835EF3DD-7D43-4A27-8967-A92FD8CC9365}"/>
          </ac:spMkLst>
        </pc:spChg>
        <pc:spChg chg="add">
          <ac:chgData name="elinor sibony" userId="f20e8cc03e1b7d71" providerId="LiveId" clId="{360CAFAB-FEB2-4A7C-9EB6-9567E534077F}" dt="2020-08-23T23:54:52.294" v="396" actId="26606"/>
          <ac:spMkLst>
            <pc:docMk/>
            <pc:sldMk cId="25069899" sldId="270"/>
            <ac:spMk id="35" creationId="{DB304A14-32D0-4873-B914-423ED7B8DAFD}"/>
          </ac:spMkLst>
        </pc:spChg>
        <pc:spChg chg="add">
          <ac:chgData name="elinor sibony" userId="f20e8cc03e1b7d71" providerId="LiveId" clId="{360CAFAB-FEB2-4A7C-9EB6-9567E534077F}" dt="2020-08-23T23:54:52.294" v="396" actId="26606"/>
          <ac:spMkLst>
            <pc:docMk/>
            <pc:sldMk cId="25069899" sldId="270"/>
            <ac:spMk id="37" creationId="{1D460C86-854F-4FB3-ABC2-E823D8FEB9DB}"/>
          </ac:spMkLst>
        </pc:spChg>
        <pc:spChg chg="add">
          <ac:chgData name="elinor sibony" userId="f20e8cc03e1b7d71" providerId="LiveId" clId="{360CAFAB-FEB2-4A7C-9EB6-9567E534077F}" dt="2020-08-23T23:54:52.294" v="396" actId="26606"/>
          <ac:spMkLst>
            <pc:docMk/>
            <pc:sldMk cId="25069899" sldId="270"/>
            <ac:spMk id="39" creationId="{BB48116A-278A-4CC5-89D3-9DE8E8FF1245}"/>
          </ac:spMkLst>
        </pc:spChg>
        <pc:picChg chg="add mod ord">
          <ac:chgData name="elinor sibony" userId="f20e8cc03e1b7d71" providerId="LiveId" clId="{360CAFAB-FEB2-4A7C-9EB6-9567E534077F}" dt="2020-08-23T23:54:52.294" v="396" actId="26606"/>
          <ac:picMkLst>
            <pc:docMk/>
            <pc:sldMk cId="25069899" sldId="270"/>
            <ac:picMk id="24" creationId="{D45920D1-D235-4E5E-8527-963ACA6B9C34}"/>
          </ac:picMkLst>
        </pc:picChg>
      </pc:sldChg>
      <pc:sldMasterChg chg="setBg modSldLayout">
        <pc:chgData name="elinor sibony" userId="f20e8cc03e1b7d71" providerId="LiveId" clId="{360CAFAB-FEB2-4A7C-9EB6-9567E534077F}" dt="2020-08-24T00:03:00.283" v="491"/>
        <pc:sldMasterMkLst>
          <pc:docMk/>
          <pc:sldMasterMk cId="2858857902" sldId="2147483765"/>
        </pc:sldMasterMkLst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1309382668" sldId="2147483754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3796595696" sldId="2147483755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1555432747" sldId="2147483756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89043694" sldId="2147483757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1900751613" sldId="2147483758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2250351353" sldId="2147483759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3270850763" sldId="2147483760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4043242946" sldId="2147483761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3400222552" sldId="2147483762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617435452" sldId="2147483763"/>
          </pc:sldLayoutMkLst>
        </pc:sldLayoutChg>
        <pc:sldLayoutChg chg="setBg">
          <pc:chgData name="elinor sibony" userId="f20e8cc03e1b7d71" providerId="LiveId" clId="{360CAFAB-FEB2-4A7C-9EB6-9567E534077F}" dt="2020-08-24T00:03:00.283" v="491"/>
          <pc:sldLayoutMkLst>
            <pc:docMk/>
            <pc:sldMasterMk cId="2858857902" sldId="2147483765"/>
            <pc:sldLayoutMk cId="240764913" sldId="2147483764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0D0CA9-6E4C-4CEB-A066-96907ED1330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57C8876-7B8D-435B-AAEA-AE00682F27F2}">
      <dgm:prSet/>
      <dgm:spPr>
        <a:xfrm>
          <a:off x="0" y="19069"/>
          <a:ext cx="5029199" cy="926639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r">
            <a:buNone/>
          </a:pPr>
          <a:r>
            <a:rPr lang="he-IL" dirty="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1</a:t>
          </a:r>
          <a:r>
            <a:rPr lang="he-IL" b="1" dirty="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. התלמיד יכיר את שלבי צמיחת השיערה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FF2BEF46-1D78-45A9-A00B-F7061998CD51}" type="parTrans" cxnId="{63C42007-FF1B-4D54-80AF-8D7CEDA9C82C}">
      <dgm:prSet/>
      <dgm:spPr/>
      <dgm:t>
        <a:bodyPr/>
        <a:lstStyle/>
        <a:p>
          <a:endParaRPr lang="en-US"/>
        </a:p>
      </dgm:t>
    </dgm:pt>
    <dgm:pt modelId="{592DEF9C-9B56-48D0-8D66-EC49302C94B4}" type="sibTrans" cxnId="{63C42007-FF1B-4D54-80AF-8D7CEDA9C82C}">
      <dgm:prSet/>
      <dgm:spPr/>
      <dgm:t>
        <a:bodyPr/>
        <a:lstStyle/>
        <a:p>
          <a:endParaRPr lang="en-US"/>
        </a:p>
      </dgm:t>
    </dgm:pt>
    <dgm:pt modelId="{F276F280-602F-4782-AA74-AF546A0E8C5B}">
      <dgm:prSet/>
      <dgm:spPr>
        <a:xfrm>
          <a:off x="0" y="1067584"/>
          <a:ext cx="5029199" cy="926639"/>
        </a:xfrm>
        <a:prstGeom prst="roundRect">
          <a:avLst/>
        </a:prstGeom>
        <a:solidFill>
          <a:srgbClr val="ED7D31">
            <a:hueOff val="-363841"/>
            <a:satOff val="-20982"/>
            <a:lumOff val="2157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r">
            <a:buNone/>
          </a:pPr>
          <a:r>
            <a:rPr lang="he-IL" b="1" dirty="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2. התלמיד יבין מהי נשירת שיער 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E189D274-628B-45A0-8C57-B7FDB54DDCC4}" type="parTrans" cxnId="{5140FCEC-81FE-4C41-9F0D-F900825296E9}">
      <dgm:prSet/>
      <dgm:spPr/>
      <dgm:t>
        <a:bodyPr/>
        <a:lstStyle/>
        <a:p>
          <a:endParaRPr lang="en-US"/>
        </a:p>
      </dgm:t>
    </dgm:pt>
    <dgm:pt modelId="{514621F8-076F-4860-9619-3B01DF1DB9B2}" type="sibTrans" cxnId="{5140FCEC-81FE-4C41-9F0D-F900825296E9}">
      <dgm:prSet/>
      <dgm:spPr/>
      <dgm:t>
        <a:bodyPr/>
        <a:lstStyle/>
        <a:p>
          <a:endParaRPr lang="en-US"/>
        </a:p>
      </dgm:t>
    </dgm:pt>
    <dgm:pt modelId="{36AB9ED5-9866-4B69-9B38-E7A52AA2B515}">
      <dgm:prSet/>
      <dgm:spPr>
        <a:xfrm>
          <a:off x="0" y="2010588"/>
          <a:ext cx="5029199" cy="926639"/>
        </a:xfrm>
        <a:prstGeom prst="roundRect">
          <a:avLst/>
        </a:prstGeom>
        <a:solidFill>
          <a:srgbClr val="ED7D31">
            <a:hueOff val="-727682"/>
            <a:satOff val="-41964"/>
            <a:lumOff val="431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r">
            <a:buNone/>
          </a:pPr>
          <a:r>
            <a:rPr lang="he-IL" b="1" dirty="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3. התלמיד ידע להבחין בין נשירת שיער לקריעת שיער</a:t>
          </a:r>
          <a:endParaRPr lang="en-US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61FB37A5-FB3F-48B6-99CA-7AFE4C4B5F64}" type="parTrans" cxnId="{FEE3693A-68E3-47DC-A96A-2E330EDB4767}">
      <dgm:prSet/>
      <dgm:spPr/>
      <dgm:t>
        <a:bodyPr/>
        <a:lstStyle/>
        <a:p>
          <a:endParaRPr lang="en-US"/>
        </a:p>
      </dgm:t>
    </dgm:pt>
    <dgm:pt modelId="{93B84112-C3E5-46B5-9B0B-AE4C92FC64F9}" type="sibTrans" cxnId="{FEE3693A-68E3-47DC-A96A-2E330EDB4767}">
      <dgm:prSet/>
      <dgm:spPr/>
      <dgm:t>
        <a:bodyPr/>
        <a:lstStyle/>
        <a:p>
          <a:endParaRPr lang="en-US"/>
        </a:p>
      </dgm:t>
    </dgm:pt>
    <dgm:pt modelId="{9104C150-1B18-403A-B440-37CFB38FCF84}">
      <dgm:prSet/>
      <dgm:spPr>
        <a:xfrm>
          <a:off x="0" y="3006348"/>
          <a:ext cx="5029199" cy="926639"/>
        </a:xfrm>
        <a:prstGeom prst="roundRect">
          <a:avLst/>
        </a:prstGeom>
        <a:solidFill>
          <a:srgbClr val="ED7D31">
            <a:hueOff val="-1091522"/>
            <a:satOff val="-62946"/>
            <a:lumOff val="6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r">
            <a:buNone/>
          </a:pPr>
          <a:r>
            <a:rPr lang="he-IL" b="1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4. התלמיד ידע להבחין בין נשירת שיער טבעית ללא טבעית</a:t>
          </a: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B77798EA-068E-4381-9C97-B393BE4FA323}" type="parTrans" cxnId="{DBE4D2BB-1560-4793-8773-1DE0EFEAD96D}">
      <dgm:prSet/>
      <dgm:spPr/>
      <dgm:t>
        <a:bodyPr/>
        <a:lstStyle/>
        <a:p>
          <a:endParaRPr lang="en-US"/>
        </a:p>
      </dgm:t>
    </dgm:pt>
    <dgm:pt modelId="{110088F5-3D38-48AD-861A-C1576F133FCC}" type="sibTrans" cxnId="{DBE4D2BB-1560-4793-8773-1DE0EFEAD96D}">
      <dgm:prSet/>
      <dgm:spPr/>
      <dgm:t>
        <a:bodyPr/>
        <a:lstStyle/>
        <a:p>
          <a:endParaRPr lang="en-US"/>
        </a:p>
      </dgm:t>
    </dgm:pt>
    <dgm:pt modelId="{796912C6-D0A0-4395-868E-9BBDF38B0DB7}">
      <dgm:prSet/>
      <dgm:spPr>
        <a:xfrm>
          <a:off x="0" y="4002108"/>
          <a:ext cx="5029199" cy="926639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algn="r">
            <a:buNone/>
          </a:pPr>
          <a:r>
            <a:rPr lang="he-IL" b="1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5. התלמיד יכיר את הסיבות לנשירת שיער לא טבעית </a:t>
          </a:r>
          <a:endParaRPr lang="en-US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CE82F24A-A2A3-449C-B04C-29D4DF5FA009}" type="parTrans" cxnId="{118BE799-784C-4550-88FE-054E7E5CE6DC}">
      <dgm:prSet/>
      <dgm:spPr/>
      <dgm:t>
        <a:bodyPr/>
        <a:lstStyle/>
        <a:p>
          <a:endParaRPr lang="en-US"/>
        </a:p>
      </dgm:t>
    </dgm:pt>
    <dgm:pt modelId="{5BF32033-D221-42CF-B3B6-DAF332FBC41D}" type="sibTrans" cxnId="{118BE799-784C-4550-88FE-054E7E5CE6DC}">
      <dgm:prSet/>
      <dgm:spPr/>
      <dgm:t>
        <a:bodyPr/>
        <a:lstStyle/>
        <a:p>
          <a:endParaRPr lang="en-US"/>
        </a:p>
      </dgm:t>
    </dgm:pt>
    <dgm:pt modelId="{F7343D99-1548-4D24-A976-C5D88EA85BAD}" type="pres">
      <dgm:prSet presAssocID="{DF0D0CA9-6E4C-4CEB-A066-96907ED1330F}" presName="linear" presStyleCnt="0">
        <dgm:presLayoutVars>
          <dgm:animLvl val="lvl"/>
          <dgm:resizeHandles val="exact"/>
        </dgm:presLayoutVars>
      </dgm:prSet>
      <dgm:spPr/>
    </dgm:pt>
    <dgm:pt modelId="{9B440B0E-B1E0-46D1-A35A-C7098A60E61E}" type="pres">
      <dgm:prSet presAssocID="{D57C8876-7B8D-435B-AAEA-AE00682F27F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40C9332-37F8-4225-A7B6-840DC46AB044}" type="pres">
      <dgm:prSet presAssocID="{592DEF9C-9B56-48D0-8D66-EC49302C94B4}" presName="spacer" presStyleCnt="0"/>
      <dgm:spPr/>
    </dgm:pt>
    <dgm:pt modelId="{08D049BC-DBC7-4E7A-BB2E-4BA8F46CA2AB}" type="pres">
      <dgm:prSet presAssocID="{F276F280-602F-4782-AA74-AF546A0E8C5B}" presName="parentText" presStyleLbl="node1" presStyleIdx="1" presStyleCnt="5" custLinFactNeighborX="-4867" custLinFactNeighborY="76324">
        <dgm:presLayoutVars>
          <dgm:chMax val="0"/>
          <dgm:bulletEnabled val="1"/>
        </dgm:presLayoutVars>
      </dgm:prSet>
      <dgm:spPr/>
    </dgm:pt>
    <dgm:pt modelId="{2AD6A154-337D-42B3-8167-8AA2CF464E00}" type="pres">
      <dgm:prSet presAssocID="{514621F8-076F-4860-9619-3B01DF1DB9B2}" presName="spacer" presStyleCnt="0"/>
      <dgm:spPr/>
    </dgm:pt>
    <dgm:pt modelId="{3A0CA547-9BFA-4C04-8031-EBEB0EDBEB37}" type="pres">
      <dgm:prSet presAssocID="{36AB9ED5-9866-4B69-9B38-E7A52AA2B515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9BE41DCF-82D2-4600-A141-2A2433250654}" type="pres">
      <dgm:prSet presAssocID="{93B84112-C3E5-46B5-9B0B-AE4C92FC64F9}" presName="spacer" presStyleCnt="0"/>
      <dgm:spPr/>
    </dgm:pt>
    <dgm:pt modelId="{1215D44D-C82A-4BE0-80D5-FD0E8267F679}" type="pres">
      <dgm:prSet presAssocID="{9104C150-1B18-403A-B440-37CFB38FCF8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A0AC7A77-78F3-47C1-878E-DCA0A367420F}" type="pres">
      <dgm:prSet presAssocID="{110088F5-3D38-48AD-861A-C1576F133FCC}" presName="spacer" presStyleCnt="0"/>
      <dgm:spPr/>
    </dgm:pt>
    <dgm:pt modelId="{184EA242-E361-4CDB-B61D-51E7D32361E2}" type="pres">
      <dgm:prSet presAssocID="{796912C6-D0A0-4395-868E-9BBDF38B0DB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759A900-0729-4026-A666-2E46E6E652AF}" type="presOf" srcId="{36AB9ED5-9866-4B69-9B38-E7A52AA2B515}" destId="{3A0CA547-9BFA-4C04-8031-EBEB0EDBEB37}" srcOrd="0" destOrd="0" presId="urn:microsoft.com/office/officeart/2005/8/layout/vList2"/>
    <dgm:cxn modelId="{36301703-5A40-430D-944A-C8B67A58728C}" type="presOf" srcId="{796912C6-D0A0-4395-868E-9BBDF38B0DB7}" destId="{184EA242-E361-4CDB-B61D-51E7D32361E2}" srcOrd="0" destOrd="0" presId="urn:microsoft.com/office/officeart/2005/8/layout/vList2"/>
    <dgm:cxn modelId="{63C42007-FF1B-4D54-80AF-8D7CEDA9C82C}" srcId="{DF0D0CA9-6E4C-4CEB-A066-96907ED1330F}" destId="{D57C8876-7B8D-435B-AAEA-AE00682F27F2}" srcOrd="0" destOrd="0" parTransId="{FF2BEF46-1D78-45A9-A00B-F7061998CD51}" sibTransId="{592DEF9C-9B56-48D0-8D66-EC49302C94B4}"/>
    <dgm:cxn modelId="{FEE3693A-68E3-47DC-A96A-2E330EDB4767}" srcId="{DF0D0CA9-6E4C-4CEB-A066-96907ED1330F}" destId="{36AB9ED5-9866-4B69-9B38-E7A52AA2B515}" srcOrd="2" destOrd="0" parTransId="{61FB37A5-FB3F-48B6-99CA-7AFE4C4B5F64}" sibTransId="{93B84112-C3E5-46B5-9B0B-AE4C92FC64F9}"/>
    <dgm:cxn modelId="{BF5ADE3B-3B71-4790-AE76-38B850A1371C}" type="presOf" srcId="{DF0D0CA9-6E4C-4CEB-A066-96907ED1330F}" destId="{F7343D99-1548-4D24-A976-C5D88EA85BAD}" srcOrd="0" destOrd="0" presId="urn:microsoft.com/office/officeart/2005/8/layout/vList2"/>
    <dgm:cxn modelId="{F4672B51-FBC7-4D86-8119-7EF42BF63D95}" type="presOf" srcId="{D57C8876-7B8D-435B-AAEA-AE00682F27F2}" destId="{9B440B0E-B1E0-46D1-A35A-C7098A60E61E}" srcOrd="0" destOrd="0" presId="urn:microsoft.com/office/officeart/2005/8/layout/vList2"/>
    <dgm:cxn modelId="{118BE799-784C-4550-88FE-054E7E5CE6DC}" srcId="{DF0D0CA9-6E4C-4CEB-A066-96907ED1330F}" destId="{796912C6-D0A0-4395-868E-9BBDF38B0DB7}" srcOrd="4" destOrd="0" parTransId="{CE82F24A-A2A3-449C-B04C-29D4DF5FA009}" sibTransId="{5BF32033-D221-42CF-B3B6-DAF332FBC41D}"/>
    <dgm:cxn modelId="{DBE4D2BB-1560-4793-8773-1DE0EFEAD96D}" srcId="{DF0D0CA9-6E4C-4CEB-A066-96907ED1330F}" destId="{9104C150-1B18-403A-B440-37CFB38FCF84}" srcOrd="3" destOrd="0" parTransId="{B77798EA-068E-4381-9C97-B393BE4FA323}" sibTransId="{110088F5-3D38-48AD-861A-C1576F133FCC}"/>
    <dgm:cxn modelId="{0A913FCA-70AD-4FB4-89EC-96E536BDC847}" type="presOf" srcId="{9104C150-1B18-403A-B440-37CFB38FCF84}" destId="{1215D44D-C82A-4BE0-80D5-FD0E8267F679}" srcOrd="0" destOrd="0" presId="urn:microsoft.com/office/officeart/2005/8/layout/vList2"/>
    <dgm:cxn modelId="{5140FCEC-81FE-4C41-9F0D-F900825296E9}" srcId="{DF0D0CA9-6E4C-4CEB-A066-96907ED1330F}" destId="{F276F280-602F-4782-AA74-AF546A0E8C5B}" srcOrd="1" destOrd="0" parTransId="{E189D274-628B-45A0-8C57-B7FDB54DDCC4}" sibTransId="{514621F8-076F-4860-9619-3B01DF1DB9B2}"/>
    <dgm:cxn modelId="{C60783FA-590E-463D-A2BD-6E5BEDE77A8C}" type="presOf" srcId="{F276F280-602F-4782-AA74-AF546A0E8C5B}" destId="{08D049BC-DBC7-4E7A-BB2E-4BA8F46CA2AB}" srcOrd="0" destOrd="0" presId="urn:microsoft.com/office/officeart/2005/8/layout/vList2"/>
    <dgm:cxn modelId="{E2B90894-EF4C-4CCA-86F1-9D3FA7218068}" type="presParOf" srcId="{F7343D99-1548-4D24-A976-C5D88EA85BAD}" destId="{9B440B0E-B1E0-46D1-A35A-C7098A60E61E}" srcOrd="0" destOrd="0" presId="urn:microsoft.com/office/officeart/2005/8/layout/vList2"/>
    <dgm:cxn modelId="{CB14C613-1706-4D8F-B7AC-2A8C3861C18D}" type="presParOf" srcId="{F7343D99-1548-4D24-A976-C5D88EA85BAD}" destId="{840C9332-37F8-4225-A7B6-840DC46AB044}" srcOrd="1" destOrd="0" presId="urn:microsoft.com/office/officeart/2005/8/layout/vList2"/>
    <dgm:cxn modelId="{8F66E74D-74B1-4568-89A5-8906ED588970}" type="presParOf" srcId="{F7343D99-1548-4D24-A976-C5D88EA85BAD}" destId="{08D049BC-DBC7-4E7A-BB2E-4BA8F46CA2AB}" srcOrd="2" destOrd="0" presId="urn:microsoft.com/office/officeart/2005/8/layout/vList2"/>
    <dgm:cxn modelId="{A6F81E5E-75D0-4897-9818-DDFCE7473971}" type="presParOf" srcId="{F7343D99-1548-4D24-A976-C5D88EA85BAD}" destId="{2AD6A154-337D-42B3-8167-8AA2CF464E00}" srcOrd="3" destOrd="0" presId="urn:microsoft.com/office/officeart/2005/8/layout/vList2"/>
    <dgm:cxn modelId="{137AFBAD-1078-44EB-A62D-711A8899B14D}" type="presParOf" srcId="{F7343D99-1548-4D24-A976-C5D88EA85BAD}" destId="{3A0CA547-9BFA-4C04-8031-EBEB0EDBEB37}" srcOrd="4" destOrd="0" presId="urn:microsoft.com/office/officeart/2005/8/layout/vList2"/>
    <dgm:cxn modelId="{3CDF5A62-3278-4106-A565-A130AE008230}" type="presParOf" srcId="{F7343D99-1548-4D24-A976-C5D88EA85BAD}" destId="{9BE41DCF-82D2-4600-A141-2A2433250654}" srcOrd="5" destOrd="0" presId="urn:microsoft.com/office/officeart/2005/8/layout/vList2"/>
    <dgm:cxn modelId="{D0DB182C-FEDB-4C0B-A74A-33B2816B2254}" type="presParOf" srcId="{F7343D99-1548-4D24-A976-C5D88EA85BAD}" destId="{1215D44D-C82A-4BE0-80D5-FD0E8267F679}" srcOrd="6" destOrd="0" presId="urn:microsoft.com/office/officeart/2005/8/layout/vList2"/>
    <dgm:cxn modelId="{1B83E246-4C10-46F7-B650-359994409A9D}" type="presParOf" srcId="{F7343D99-1548-4D24-A976-C5D88EA85BAD}" destId="{A0AC7A77-78F3-47C1-878E-DCA0A367420F}" srcOrd="7" destOrd="0" presId="urn:microsoft.com/office/officeart/2005/8/layout/vList2"/>
    <dgm:cxn modelId="{F4F61880-7A51-4351-926F-80E9B54B7A50}" type="presParOf" srcId="{F7343D99-1548-4D24-A976-C5D88EA85BAD}" destId="{184EA242-E361-4CDB-B61D-51E7D32361E2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9AA903-C987-46E8-B8DC-489207DD2B9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05F1D5-BC1C-431B-82CA-109EE85ABB71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מצב נפשי</a:t>
          </a:r>
          <a:endParaRPr lang="en-US" dirty="0">
            <a:solidFill>
              <a:schemeClr val="tx1"/>
            </a:solidFill>
          </a:endParaRPr>
        </a:p>
      </dgm:t>
    </dgm:pt>
    <dgm:pt modelId="{16423723-56FF-4B3F-A71A-234F0B2492F5}" type="parTrans" cxnId="{E1FEAC5C-5B09-4E8E-A0AB-AE496057B581}">
      <dgm:prSet/>
      <dgm:spPr/>
      <dgm:t>
        <a:bodyPr/>
        <a:lstStyle/>
        <a:p>
          <a:endParaRPr lang="en-US"/>
        </a:p>
      </dgm:t>
    </dgm:pt>
    <dgm:pt modelId="{FEBA771D-68B6-4361-B58F-74BCD105A805}" type="sibTrans" cxnId="{E1FEAC5C-5B09-4E8E-A0AB-AE496057B581}">
      <dgm:prSet/>
      <dgm:spPr/>
      <dgm:t>
        <a:bodyPr/>
        <a:lstStyle/>
        <a:p>
          <a:endParaRPr lang="en-US"/>
        </a:p>
      </dgm:t>
    </dgm:pt>
    <dgm:pt modelId="{EC600B8C-AE25-4F30-B272-CD3FB55FF1C2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גנטיקה</a:t>
          </a:r>
          <a:endParaRPr lang="en-US" dirty="0">
            <a:solidFill>
              <a:schemeClr val="tx1"/>
            </a:solidFill>
          </a:endParaRPr>
        </a:p>
      </dgm:t>
    </dgm:pt>
    <dgm:pt modelId="{69951C0D-2FB3-4440-B574-170065431689}" type="parTrans" cxnId="{44321AF2-8F23-4A65-82C1-4E6F2CC17E1A}">
      <dgm:prSet/>
      <dgm:spPr/>
      <dgm:t>
        <a:bodyPr/>
        <a:lstStyle/>
        <a:p>
          <a:endParaRPr lang="en-US"/>
        </a:p>
      </dgm:t>
    </dgm:pt>
    <dgm:pt modelId="{5469F12A-D13A-4C54-B846-DA70479AC9D7}" type="sibTrans" cxnId="{44321AF2-8F23-4A65-82C1-4E6F2CC17E1A}">
      <dgm:prSet/>
      <dgm:spPr/>
      <dgm:t>
        <a:bodyPr/>
        <a:lstStyle/>
        <a:p>
          <a:endParaRPr lang="en-US"/>
        </a:p>
      </dgm:t>
    </dgm:pt>
    <dgm:pt modelId="{997FEDC2-31C4-42ED-9D3B-4DB2134BA6A1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נשירה הורמונלית ( בעיקר לנשים בהריון או לאחר לידה )</a:t>
          </a:r>
          <a:endParaRPr lang="en-US" dirty="0">
            <a:solidFill>
              <a:schemeClr val="tx1"/>
            </a:solidFill>
          </a:endParaRPr>
        </a:p>
      </dgm:t>
    </dgm:pt>
    <dgm:pt modelId="{B1C2BCF2-CDB6-464D-AB35-3DB96F39FA5B}" type="parTrans" cxnId="{0A042FCB-F4A4-4982-870A-0830A7E428EA}">
      <dgm:prSet/>
      <dgm:spPr/>
      <dgm:t>
        <a:bodyPr/>
        <a:lstStyle/>
        <a:p>
          <a:endParaRPr lang="en-US"/>
        </a:p>
      </dgm:t>
    </dgm:pt>
    <dgm:pt modelId="{CFF8685A-F044-40B3-8C8C-A73DA9289B9D}" type="sibTrans" cxnId="{0A042FCB-F4A4-4982-870A-0830A7E428EA}">
      <dgm:prSet/>
      <dgm:spPr/>
      <dgm:t>
        <a:bodyPr/>
        <a:lstStyle/>
        <a:p>
          <a:endParaRPr lang="en-US"/>
        </a:p>
      </dgm:t>
    </dgm:pt>
    <dgm:pt modelId="{4F6773EF-4532-4A43-858B-50EF5CD77F84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תרופות</a:t>
          </a:r>
          <a:r>
            <a:rPr lang="he-IL" b="0" i="0" baseline="0" dirty="0"/>
            <a:t> </a:t>
          </a:r>
          <a:endParaRPr lang="en-US" dirty="0"/>
        </a:p>
      </dgm:t>
    </dgm:pt>
    <dgm:pt modelId="{E428425D-CE9C-4166-B456-F0E05C8632FB}" type="parTrans" cxnId="{CAC4EF08-6DC8-4A78-9B62-59FCAB7311DF}">
      <dgm:prSet/>
      <dgm:spPr/>
      <dgm:t>
        <a:bodyPr/>
        <a:lstStyle/>
        <a:p>
          <a:endParaRPr lang="en-US"/>
        </a:p>
      </dgm:t>
    </dgm:pt>
    <dgm:pt modelId="{56409FAD-CE4B-499C-86CF-9EB5F26C78A6}" type="sibTrans" cxnId="{CAC4EF08-6DC8-4A78-9B62-59FCAB7311DF}">
      <dgm:prSet/>
      <dgm:spPr/>
      <dgm:t>
        <a:bodyPr/>
        <a:lstStyle/>
        <a:p>
          <a:endParaRPr lang="en-US"/>
        </a:p>
      </dgm:t>
    </dgm:pt>
    <dgm:pt modelId="{A2A7A672-F287-4ADD-B30C-7B9B7A97CF91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מחלות</a:t>
          </a:r>
          <a:endParaRPr lang="en-US" dirty="0">
            <a:solidFill>
              <a:schemeClr val="tx1"/>
            </a:solidFill>
          </a:endParaRPr>
        </a:p>
      </dgm:t>
    </dgm:pt>
    <dgm:pt modelId="{3A19C1DA-05E6-4BB5-8138-8F3E23CB51CE}" type="parTrans" cxnId="{4D929774-558B-4E60-A735-3A2FD3D77108}">
      <dgm:prSet/>
      <dgm:spPr/>
      <dgm:t>
        <a:bodyPr/>
        <a:lstStyle/>
        <a:p>
          <a:endParaRPr lang="en-US"/>
        </a:p>
      </dgm:t>
    </dgm:pt>
    <dgm:pt modelId="{0CC8426B-9539-4C39-B506-16E43703224A}" type="sibTrans" cxnId="{4D929774-558B-4E60-A735-3A2FD3D77108}">
      <dgm:prSet/>
      <dgm:spPr/>
      <dgm:t>
        <a:bodyPr/>
        <a:lstStyle/>
        <a:p>
          <a:endParaRPr lang="en-US"/>
        </a:p>
      </dgm:t>
    </dgm:pt>
    <dgm:pt modelId="{0C8544C7-7E62-40F2-9D6E-430E3F8F1A8D}" type="pres">
      <dgm:prSet presAssocID="{CB9AA903-C987-46E8-B8DC-489207DD2B90}" presName="linear" presStyleCnt="0">
        <dgm:presLayoutVars>
          <dgm:animLvl val="lvl"/>
          <dgm:resizeHandles val="exact"/>
        </dgm:presLayoutVars>
      </dgm:prSet>
      <dgm:spPr/>
    </dgm:pt>
    <dgm:pt modelId="{FF96F59D-F094-4DD1-B88C-2526F5B39A4A}" type="pres">
      <dgm:prSet presAssocID="{1E05F1D5-BC1C-431B-82CA-109EE85ABB7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084D2FE-0895-433A-9225-4B87591F07EB}" type="pres">
      <dgm:prSet presAssocID="{FEBA771D-68B6-4361-B58F-74BCD105A805}" presName="spacer" presStyleCnt="0"/>
      <dgm:spPr/>
    </dgm:pt>
    <dgm:pt modelId="{78270158-5DE1-46EF-B58C-1645E200861B}" type="pres">
      <dgm:prSet presAssocID="{EC600B8C-AE25-4F30-B272-CD3FB55FF1C2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3DF1EDC4-9430-490E-83CB-7B7EC856C596}" type="pres">
      <dgm:prSet presAssocID="{5469F12A-D13A-4C54-B846-DA70479AC9D7}" presName="spacer" presStyleCnt="0"/>
      <dgm:spPr/>
    </dgm:pt>
    <dgm:pt modelId="{6CF34E70-2904-48C8-88A8-E42C7DCE962F}" type="pres">
      <dgm:prSet presAssocID="{997FEDC2-31C4-42ED-9D3B-4DB2134BA6A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A270CAD-4227-403E-81B9-5C9992628F42}" type="pres">
      <dgm:prSet presAssocID="{CFF8685A-F044-40B3-8C8C-A73DA9289B9D}" presName="spacer" presStyleCnt="0"/>
      <dgm:spPr/>
    </dgm:pt>
    <dgm:pt modelId="{82411DBE-62F6-47D4-A767-6BA28FA9649E}" type="pres">
      <dgm:prSet presAssocID="{4F6773EF-4532-4A43-858B-50EF5CD77F8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2CFB33E-76FC-4C57-BD52-FFBF9BA67B44}" type="pres">
      <dgm:prSet presAssocID="{56409FAD-CE4B-499C-86CF-9EB5F26C78A6}" presName="spacer" presStyleCnt="0"/>
      <dgm:spPr/>
    </dgm:pt>
    <dgm:pt modelId="{A8326C05-5A58-466D-B46C-F080A1EDEEE0}" type="pres">
      <dgm:prSet presAssocID="{A2A7A672-F287-4ADD-B30C-7B9B7A97CF9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60E8707-2C1D-47E1-93CB-E1F13F06974C}" type="presOf" srcId="{997FEDC2-31C4-42ED-9D3B-4DB2134BA6A1}" destId="{6CF34E70-2904-48C8-88A8-E42C7DCE962F}" srcOrd="0" destOrd="0" presId="urn:microsoft.com/office/officeart/2005/8/layout/vList2"/>
    <dgm:cxn modelId="{CAC4EF08-6DC8-4A78-9B62-59FCAB7311DF}" srcId="{CB9AA903-C987-46E8-B8DC-489207DD2B90}" destId="{4F6773EF-4532-4A43-858B-50EF5CD77F84}" srcOrd="3" destOrd="0" parTransId="{E428425D-CE9C-4166-B456-F0E05C8632FB}" sibTransId="{56409FAD-CE4B-499C-86CF-9EB5F26C78A6}"/>
    <dgm:cxn modelId="{2496D50D-32D8-4259-83DD-4D0427652058}" type="presOf" srcId="{A2A7A672-F287-4ADD-B30C-7B9B7A97CF91}" destId="{A8326C05-5A58-466D-B46C-F080A1EDEEE0}" srcOrd="0" destOrd="0" presId="urn:microsoft.com/office/officeart/2005/8/layout/vList2"/>
    <dgm:cxn modelId="{1B30E213-0FEA-44CD-8C7C-6DE2B44AA685}" type="presOf" srcId="{EC600B8C-AE25-4F30-B272-CD3FB55FF1C2}" destId="{78270158-5DE1-46EF-B58C-1645E200861B}" srcOrd="0" destOrd="0" presId="urn:microsoft.com/office/officeart/2005/8/layout/vList2"/>
    <dgm:cxn modelId="{E1FEAC5C-5B09-4E8E-A0AB-AE496057B581}" srcId="{CB9AA903-C987-46E8-B8DC-489207DD2B90}" destId="{1E05F1D5-BC1C-431B-82CA-109EE85ABB71}" srcOrd="0" destOrd="0" parTransId="{16423723-56FF-4B3F-A71A-234F0B2492F5}" sibTransId="{FEBA771D-68B6-4361-B58F-74BCD105A805}"/>
    <dgm:cxn modelId="{4D929774-558B-4E60-A735-3A2FD3D77108}" srcId="{CB9AA903-C987-46E8-B8DC-489207DD2B90}" destId="{A2A7A672-F287-4ADD-B30C-7B9B7A97CF91}" srcOrd="4" destOrd="0" parTransId="{3A19C1DA-05E6-4BB5-8138-8F3E23CB51CE}" sibTransId="{0CC8426B-9539-4C39-B506-16E43703224A}"/>
    <dgm:cxn modelId="{EC42FF7C-BBE8-4F78-A612-F3E7248A3893}" type="presOf" srcId="{CB9AA903-C987-46E8-B8DC-489207DD2B90}" destId="{0C8544C7-7E62-40F2-9D6E-430E3F8F1A8D}" srcOrd="0" destOrd="0" presId="urn:microsoft.com/office/officeart/2005/8/layout/vList2"/>
    <dgm:cxn modelId="{0515D1B2-022E-4E95-8C60-2152D9D615A9}" type="presOf" srcId="{1E05F1D5-BC1C-431B-82CA-109EE85ABB71}" destId="{FF96F59D-F094-4DD1-B88C-2526F5B39A4A}" srcOrd="0" destOrd="0" presId="urn:microsoft.com/office/officeart/2005/8/layout/vList2"/>
    <dgm:cxn modelId="{332471BC-5372-4D9D-A40F-5AA12079847E}" type="presOf" srcId="{4F6773EF-4532-4A43-858B-50EF5CD77F84}" destId="{82411DBE-62F6-47D4-A767-6BA28FA9649E}" srcOrd="0" destOrd="0" presId="urn:microsoft.com/office/officeart/2005/8/layout/vList2"/>
    <dgm:cxn modelId="{0A042FCB-F4A4-4982-870A-0830A7E428EA}" srcId="{CB9AA903-C987-46E8-B8DC-489207DD2B90}" destId="{997FEDC2-31C4-42ED-9D3B-4DB2134BA6A1}" srcOrd="2" destOrd="0" parTransId="{B1C2BCF2-CDB6-464D-AB35-3DB96F39FA5B}" sibTransId="{CFF8685A-F044-40B3-8C8C-A73DA9289B9D}"/>
    <dgm:cxn modelId="{44321AF2-8F23-4A65-82C1-4E6F2CC17E1A}" srcId="{CB9AA903-C987-46E8-B8DC-489207DD2B90}" destId="{EC600B8C-AE25-4F30-B272-CD3FB55FF1C2}" srcOrd="1" destOrd="0" parTransId="{69951C0D-2FB3-4440-B574-170065431689}" sibTransId="{5469F12A-D13A-4C54-B846-DA70479AC9D7}"/>
    <dgm:cxn modelId="{8494D58B-E134-450C-B2BB-EE856A1DB3BC}" type="presParOf" srcId="{0C8544C7-7E62-40F2-9D6E-430E3F8F1A8D}" destId="{FF96F59D-F094-4DD1-B88C-2526F5B39A4A}" srcOrd="0" destOrd="0" presId="urn:microsoft.com/office/officeart/2005/8/layout/vList2"/>
    <dgm:cxn modelId="{0C513FB6-DE7A-4F19-B83F-362079EA1026}" type="presParOf" srcId="{0C8544C7-7E62-40F2-9D6E-430E3F8F1A8D}" destId="{F084D2FE-0895-433A-9225-4B87591F07EB}" srcOrd="1" destOrd="0" presId="urn:microsoft.com/office/officeart/2005/8/layout/vList2"/>
    <dgm:cxn modelId="{0C4C7E5E-F5B4-4981-85FC-380ED2AC51CC}" type="presParOf" srcId="{0C8544C7-7E62-40F2-9D6E-430E3F8F1A8D}" destId="{78270158-5DE1-46EF-B58C-1645E200861B}" srcOrd="2" destOrd="0" presId="urn:microsoft.com/office/officeart/2005/8/layout/vList2"/>
    <dgm:cxn modelId="{076C456D-F182-451A-A89A-E96059851433}" type="presParOf" srcId="{0C8544C7-7E62-40F2-9D6E-430E3F8F1A8D}" destId="{3DF1EDC4-9430-490E-83CB-7B7EC856C596}" srcOrd="3" destOrd="0" presId="urn:microsoft.com/office/officeart/2005/8/layout/vList2"/>
    <dgm:cxn modelId="{4B179E4E-F40A-4608-A9A1-F876DDFC2883}" type="presParOf" srcId="{0C8544C7-7E62-40F2-9D6E-430E3F8F1A8D}" destId="{6CF34E70-2904-48C8-88A8-E42C7DCE962F}" srcOrd="4" destOrd="0" presId="urn:microsoft.com/office/officeart/2005/8/layout/vList2"/>
    <dgm:cxn modelId="{FC892782-E5F3-4C9C-8378-7A03173F8455}" type="presParOf" srcId="{0C8544C7-7E62-40F2-9D6E-430E3F8F1A8D}" destId="{7A270CAD-4227-403E-81B9-5C9992628F42}" srcOrd="5" destOrd="0" presId="urn:microsoft.com/office/officeart/2005/8/layout/vList2"/>
    <dgm:cxn modelId="{26F18F40-A769-4DD5-BEBF-FD8B47C424C0}" type="presParOf" srcId="{0C8544C7-7E62-40F2-9D6E-430E3F8F1A8D}" destId="{82411DBE-62F6-47D4-A767-6BA28FA9649E}" srcOrd="6" destOrd="0" presId="urn:microsoft.com/office/officeart/2005/8/layout/vList2"/>
    <dgm:cxn modelId="{F9539C49-4BC0-44D2-8401-407A54D8F6CC}" type="presParOf" srcId="{0C8544C7-7E62-40F2-9D6E-430E3F8F1A8D}" destId="{62CFB33E-76FC-4C57-BD52-FFBF9BA67B44}" srcOrd="7" destOrd="0" presId="urn:microsoft.com/office/officeart/2005/8/layout/vList2"/>
    <dgm:cxn modelId="{D2BE2A0E-E3BA-4148-9D51-322072F5FF9B}" type="presParOf" srcId="{0C8544C7-7E62-40F2-9D6E-430E3F8F1A8D}" destId="{A8326C05-5A58-466D-B46C-F080A1EDEEE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1BA04A-11ED-42AD-8DD6-EBC7F9C7ACF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72DA3F4-755B-4276-876A-F44477CAC64F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אז מה למדנו היום ?</a:t>
          </a:r>
          <a:endParaRPr lang="en-US" dirty="0">
            <a:solidFill>
              <a:schemeClr val="tx1"/>
            </a:solidFill>
          </a:endParaRPr>
        </a:p>
      </dgm:t>
    </dgm:pt>
    <dgm:pt modelId="{B8693C0F-63E5-4E0D-9E31-86E992ECC692}" type="parTrans" cxnId="{72413769-FEA9-40EC-8D39-10187E1F5988}">
      <dgm:prSet/>
      <dgm:spPr/>
      <dgm:t>
        <a:bodyPr/>
        <a:lstStyle/>
        <a:p>
          <a:endParaRPr lang="en-US"/>
        </a:p>
      </dgm:t>
    </dgm:pt>
    <dgm:pt modelId="{DA27B373-8709-4B45-82CA-7E7641536F91}" type="sibTrans" cxnId="{72413769-FEA9-40EC-8D39-10187E1F5988}">
      <dgm:prSet/>
      <dgm:spPr/>
      <dgm:t>
        <a:bodyPr/>
        <a:lstStyle/>
        <a:p>
          <a:endParaRPr lang="en-US"/>
        </a:p>
      </dgm:t>
    </dgm:pt>
    <dgm:pt modelId="{9210173B-4EDE-42C2-864B-88D8C84230BC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1.מהם שלבי צמיחת השיערה ? </a:t>
          </a:r>
          <a:endParaRPr lang="en-US" dirty="0">
            <a:solidFill>
              <a:schemeClr val="tx1"/>
            </a:solidFill>
          </a:endParaRPr>
        </a:p>
      </dgm:t>
    </dgm:pt>
    <dgm:pt modelId="{94D73185-744A-4927-B68E-B2E7C5C258B1}" type="parTrans" cxnId="{E96AED79-D440-42B1-96EA-3D980F371787}">
      <dgm:prSet/>
      <dgm:spPr/>
      <dgm:t>
        <a:bodyPr/>
        <a:lstStyle/>
        <a:p>
          <a:endParaRPr lang="en-US"/>
        </a:p>
      </dgm:t>
    </dgm:pt>
    <dgm:pt modelId="{65B32530-C378-4531-BE5B-73DD4301B389}" type="sibTrans" cxnId="{E96AED79-D440-42B1-96EA-3D980F371787}">
      <dgm:prSet/>
      <dgm:spPr/>
      <dgm:t>
        <a:bodyPr/>
        <a:lstStyle/>
        <a:p>
          <a:endParaRPr lang="en-US"/>
        </a:p>
      </dgm:t>
    </dgm:pt>
    <dgm:pt modelId="{2AF11C37-549B-45A1-9C3A-7F9371357099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אנגן – צמיחה , </a:t>
          </a:r>
          <a:r>
            <a:rPr lang="he-IL" b="0" i="0" baseline="0" dirty="0" err="1">
              <a:solidFill>
                <a:schemeClr val="tx1"/>
              </a:solidFill>
            </a:rPr>
            <a:t>קטגן</a:t>
          </a:r>
          <a:r>
            <a:rPr lang="he-IL" b="0" i="0" baseline="0" dirty="0">
              <a:solidFill>
                <a:schemeClr val="tx1"/>
              </a:solidFill>
            </a:rPr>
            <a:t> – מנוחה , </a:t>
          </a:r>
          <a:r>
            <a:rPr lang="he-IL" b="0" i="0" baseline="0" dirty="0" err="1">
              <a:solidFill>
                <a:schemeClr val="tx1"/>
              </a:solidFill>
            </a:rPr>
            <a:t>טלוגן</a:t>
          </a:r>
          <a:r>
            <a:rPr lang="he-IL" b="0" i="0" baseline="0" dirty="0">
              <a:solidFill>
                <a:schemeClr val="tx1"/>
              </a:solidFill>
            </a:rPr>
            <a:t> –נשירה.</a:t>
          </a:r>
          <a:endParaRPr lang="en-US" dirty="0">
            <a:solidFill>
              <a:schemeClr val="tx1"/>
            </a:solidFill>
          </a:endParaRPr>
        </a:p>
      </dgm:t>
    </dgm:pt>
    <dgm:pt modelId="{94766C43-DEA1-486A-B147-7B8ED7B79722}" type="parTrans" cxnId="{642DFF7A-D340-4DBC-8583-2F1A359D708E}">
      <dgm:prSet/>
      <dgm:spPr/>
      <dgm:t>
        <a:bodyPr/>
        <a:lstStyle/>
        <a:p>
          <a:endParaRPr lang="en-US"/>
        </a:p>
      </dgm:t>
    </dgm:pt>
    <dgm:pt modelId="{B27D0CEE-4188-48BB-8AF7-646A8405A369}" type="sibTrans" cxnId="{642DFF7A-D340-4DBC-8583-2F1A359D708E}">
      <dgm:prSet/>
      <dgm:spPr/>
      <dgm:t>
        <a:bodyPr/>
        <a:lstStyle/>
        <a:p>
          <a:endParaRPr lang="en-US"/>
        </a:p>
      </dgm:t>
    </dgm:pt>
    <dgm:pt modelId="{D1FB990C-E57B-4831-BD9D-DB992C0EEA70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2.מהי בעצם נשירת שיער? ומה ההבדל בין נשירה טבעית ולא טבעית?  </a:t>
          </a:r>
          <a:endParaRPr lang="en-US" dirty="0">
            <a:solidFill>
              <a:schemeClr val="tx1"/>
            </a:solidFill>
          </a:endParaRPr>
        </a:p>
      </dgm:t>
    </dgm:pt>
    <dgm:pt modelId="{EFD8AB94-612E-4377-8B44-FBB70FF5468F}" type="parTrans" cxnId="{CB6AB3D3-5627-498F-9EE0-DAD026E2B730}">
      <dgm:prSet/>
      <dgm:spPr/>
      <dgm:t>
        <a:bodyPr/>
        <a:lstStyle/>
        <a:p>
          <a:endParaRPr lang="en-US"/>
        </a:p>
      </dgm:t>
    </dgm:pt>
    <dgm:pt modelId="{5E95A3B4-8D64-4227-B8D7-A401B2CEDFCE}" type="sibTrans" cxnId="{CB6AB3D3-5627-498F-9EE0-DAD026E2B730}">
      <dgm:prSet/>
      <dgm:spPr/>
      <dgm:t>
        <a:bodyPr/>
        <a:lstStyle/>
        <a:p>
          <a:endParaRPr lang="en-US"/>
        </a:p>
      </dgm:t>
    </dgm:pt>
    <dgm:pt modelId="{D1707427-7439-4627-B8F1-950A3D846C14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טבעית עד כ-100 שערות ביום ולא טבעית נשירה חריגה.</a:t>
          </a:r>
          <a:endParaRPr lang="en-US" dirty="0">
            <a:solidFill>
              <a:schemeClr val="tx1"/>
            </a:solidFill>
          </a:endParaRPr>
        </a:p>
      </dgm:t>
    </dgm:pt>
    <dgm:pt modelId="{6798A583-4A1E-42F2-936F-8159CD528729}" type="parTrans" cxnId="{8FE74393-683D-439A-A978-6673506CBB2A}">
      <dgm:prSet/>
      <dgm:spPr/>
      <dgm:t>
        <a:bodyPr/>
        <a:lstStyle/>
        <a:p>
          <a:endParaRPr lang="en-US"/>
        </a:p>
      </dgm:t>
    </dgm:pt>
    <dgm:pt modelId="{9B4A9FFA-05E1-4154-BEFF-662F6095B08B}" type="sibTrans" cxnId="{8FE74393-683D-439A-A978-6673506CBB2A}">
      <dgm:prSet/>
      <dgm:spPr/>
      <dgm:t>
        <a:bodyPr/>
        <a:lstStyle/>
        <a:p>
          <a:endParaRPr lang="en-US"/>
        </a:p>
      </dgm:t>
    </dgm:pt>
    <dgm:pt modelId="{CA952781-6B89-45DA-A85F-0870D81FB4FD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3.מה ההבדל בין נשירת שיער לקריעת שיער? </a:t>
          </a:r>
          <a:endParaRPr lang="en-US" dirty="0">
            <a:solidFill>
              <a:schemeClr val="tx1"/>
            </a:solidFill>
          </a:endParaRPr>
        </a:p>
      </dgm:t>
    </dgm:pt>
    <dgm:pt modelId="{3B007E25-0BBE-446D-872C-B89D5AB8182F}" type="parTrans" cxnId="{66691DE6-057A-47FB-8075-EB242FA01A80}">
      <dgm:prSet/>
      <dgm:spPr/>
      <dgm:t>
        <a:bodyPr/>
        <a:lstStyle/>
        <a:p>
          <a:endParaRPr lang="en-US"/>
        </a:p>
      </dgm:t>
    </dgm:pt>
    <dgm:pt modelId="{C232AFC2-A6D1-47D7-AB91-5BD4515DAD38}" type="sibTrans" cxnId="{66691DE6-057A-47FB-8075-EB242FA01A80}">
      <dgm:prSet/>
      <dgm:spPr/>
      <dgm:t>
        <a:bodyPr/>
        <a:lstStyle/>
        <a:p>
          <a:endParaRPr lang="en-US"/>
        </a:p>
      </dgm:t>
    </dgm:pt>
    <dgm:pt modelId="{CFDA3808-9290-472B-952C-C98E3A9D02A2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נשירה מהשורש קריעה לא</a:t>
          </a:r>
          <a:r>
            <a:rPr lang="he-IL" b="0" i="0" baseline="0" dirty="0"/>
            <a:t>.</a:t>
          </a:r>
          <a:endParaRPr lang="en-US" dirty="0"/>
        </a:p>
      </dgm:t>
    </dgm:pt>
    <dgm:pt modelId="{F216056A-9896-4DAF-A32F-D5DD300963A6}" type="parTrans" cxnId="{E26E1AC4-4776-4D33-A8A0-731FAB796C21}">
      <dgm:prSet/>
      <dgm:spPr/>
      <dgm:t>
        <a:bodyPr/>
        <a:lstStyle/>
        <a:p>
          <a:endParaRPr lang="en-US"/>
        </a:p>
      </dgm:t>
    </dgm:pt>
    <dgm:pt modelId="{2685D4CF-1991-439C-9B1A-E25742DE768F}" type="sibTrans" cxnId="{E26E1AC4-4776-4D33-A8A0-731FAB796C21}">
      <dgm:prSet/>
      <dgm:spPr/>
      <dgm:t>
        <a:bodyPr/>
        <a:lstStyle/>
        <a:p>
          <a:endParaRPr lang="en-US"/>
        </a:p>
      </dgm:t>
    </dgm:pt>
    <dgm:pt modelId="{9C4478C9-9395-4848-B1C2-45EF89E017A2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4. מהן הסיבות העיקריות לנשירת שיער, ואף חקרנו בנושא ...</a:t>
          </a:r>
          <a:endParaRPr lang="en-US" dirty="0">
            <a:solidFill>
              <a:schemeClr val="tx1"/>
            </a:solidFill>
          </a:endParaRPr>
        </a:p>
      </dgm:t>
    </dgm:pt>
    <dgm:pt modelId="{66A014AF-8170-40A2-A7B2-F6862CB0CF36}" type="parTrans" cxnId="{64B4BB74-BA2B-47CD-AF92-C5606405787B}">
      <dgm:prSet/>
      <dgm:spPr/>
      <dgm:t>
        <a:bodyPr/>
        <a:lstStyle/>
        <a:p>
          <a:endParaRPr lang="en-US"/>
        </a:p>
      </dgm:t>
    </dgm:pt>
    <dgm:pt modelId="{31F94BF9-E17E-4146-B77F-75505764CFF9}" type="sibTrans" cxnId="{64B4BB74-BA2B-47CD-AF92-C5606405787B}">
      <dgm:prSet/>
      <dgm:spPr/>
      <dgm:t>
        <a:bodyPr/>
        <a:lstStyle/>
        <a:p>
          <a:endParaRPr lang="en-US"/>
        </a:p>
      </dgm:t>
    </dgm:pt>
    <dgm:pt modelId="{07B2A225-6350-4030-BA26-3556D785DBEB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מצב נפשי, גנטיקה, נשירה הורמונלית מחלות ותרופות.</a:t>
          </a:r>
          <a:endParaRPr lang="en-US" dirty="0">
            <a:solidFill>
              <a:schemeClr val="tx1"/>
            </a:solidFill>
          </a:endParaRPr>
        </a:p>
      </dgm:t>
    </dgm:pt>
    <dgm:pt modelId="{83B37406-9AC6-4D2F-B9DD-06E391BE6713}" type="parTrans" cxnId="{82650C7E-DE13-4F24-A63B-A576217FB1B4}">
      <dgm:prSet/>
      <dgm:spPr/>
      <dgm:t>
        <a:bodyPr/>
        <a:lstStyle/>
        <a:p>
          <a:endParaRPr lang="en-US"/>
        </a:p>
      </dgm:t>
    </dgm:pt>
    <dgm:pt modelId="{E1B9E3EA-1173-4710-90A1-FB79B10FFC25}" type="sibTrans" cxnId="{82650C7E-DE13-4F24-A63B-A576217FB1B4}">
      <dgm:prSet/>
      <dgm:spPr/>
      <dgm:t>
        <a:bodyPr/>
        <a:lstStyle/>
        <a:p>
          <a:endParaRPr lang="en-US"/>
        </a:p>
      </dgm:t>
    </dgm:pt>
    <dgm:pt modelId="{C9A5DD67-5C8E-4A45-B070-FF483A21D7AA}" type="pres">
      <dgm:prSet presAssocID="{E91BA04A-11ED-42AD-8DD6-EBC7F9C7ACF1}" presName="Name0" presStyleCnt="0">
        <dgm:presLayoutVars>
          <dgm:dir/>
          <dgm:resizeHandles val="exact"/>
        </dgm:presLayoutVars>
      </dgm:prSet>
      <dgm:spPr/>
    </dgm:pt>
    <dgm:pt modelId="{9EA9477B-92F0-4C9E-A3AF-46F67077271C}" type="pres">
      <dgm:prSet presAssocID="{F72DA3F4-755B-4276-876A-F44477CAC64F}" presName="node" presStyleLbl="node1" presStyleIdx="0" presStyleCnt="5">
        <dgm:presLayoutVars>
          <dgm:bulletEnabled val="1"/>
        </dgm:presLayoutVars>
      </dgm:prSet>
      <dgm:spPr/>
    </dgm:pt>
    <dgm:pt modelId="{591751C8-B1DD-4E05-96A9-237AAE72AF64}" type="pres">
      <dgm:prSet presAssocID="{DA27B373-8709-4B45-82CA-7E7641536F91}" presName="sibTrans" presStyleLbl="sibTrans1D1" presStyleIdx="0" presStyleCnt="4"/>
      <dgm:spPr/>
    </dgm:pt>
    <dgm:pt modelId="{F58E4844-F563-473A-88CD-B7971602C1F8}" type="pres">
      <dgm:prSet presAssocID="{DA27B373-8709-4B45-82CA-7E7641536F91}" presName="connectorText" presStyleLbl="sibTrans1D1" presStyleIdx="0" presStyleCnt="4"/>
      <dgm:spPr/>
    </dgm:pt>
    <dgm:pt modelId="{0DC7FAD7-8E21-423B-8038-0FDFE4931B63}" type="pres">
      <dgm:prSet presAssocID="{9210173B-4EDE-42C2-864B-88D8C84230BC}" presName="node" presStyleLbl="node1" presStyleIdx="1" presStyleCnt="5">
        <dgm:presLayoutVars>
          <dgm:bulletEnabled val="1"/>
        </dgm:presLayoutVars>
      </dgm:prSet>
      <dgm:spPr/>
    </dgm:pt>
    <dgm:pt modelId="{05860B2C-E381-4C27-ABF7-D7F187170A78}" type="pres">
      <dgm:prSet presAssocID="{65B32530-C378-4531-BE5B-73DD4301B389}" presName="sibTrans" presStyleLbl="sibTrans1D1" presStyleIdx="1" presStyleCnt="4"/>
      <dgm:spPr/>
    </dgm:pt>
    <dgm:pt modelId="{BBDC1EDB-8A58-4D4C-9A21-C70CFFFABD51}" type="pres">
      <dgm:prSet presAssocID="{65B32530-C378-4531-BE5B-73DD4301B389}" presName="connectorText" presStyleLbl="sibTrans1D1" presStyleIdx="1" presStyleCnt="4"/>
      <dgm:spPr/>
    </dgm:pt>
    <dgm:pt modelId="{CA27AC78-59EE-4B26-A1E4-74547C4702CC}" type="pres">
      <dgm:prSet presAssocID="{D1FB990C-E57B-4831-BD9D-DB992C0EEA70}" presName="node" presStyleLbl="node1" presStyleIdx="2" presStyleCnt="5">
        <dgm:presLayoutVars>
          <dgm:bulletEnabled val="1"/>
        </dgm:presLayoutVars>
      </dgm:prSet>
      <dgm:spPr/>
    </dgm:pt>
    <dgm:pt modelId="{864A164E-635A-4932-819B-F2E91B2B5738}" type="pres">
      <dgm:prSet presAssocID="{5E95A3B4-8D64-4227-B8D7-A401B2CEDFCE}" presName="sibTrans" presStyleLbl="sibTrans1D1" presStyleIdx="2" presStyleCnt="4"/>
      <dgm:spPr/>
    </dgm:pt>
    <dgm:pt modelId="{AB879D98-41BC-4AD9-A6AD-6BD46885189F}" type="pres">
      <dgm:prSet presAssocID="{5E95A3B4-8D64-4227-B8D7-A401B2CEDFCE}" presName="connectorText" presStyleLbl="sibTrans1D1" presStyleIdx="2" presStyleCnt="4"/>
      <dgm:spPr/>
    </dgm:pt>
    <dgm:pt modelId="{EA57B373-425E-4553-A1FF-DD54C3AE88E3}" type="pres">
      <dgm:prSet presAssocID="{CA952781-6B89-45DA-A85F-0870D81FB4FD}" presName="node" presStyleLbl="node1" presStyleIdx="3" presStyleCnt="5" custLinFactNeighborX="-1578" custLinFactNeighborY="4153">
        <dgm:presLayoutVars>
          <dgm:bulletEnabled val="1"/>
        </dgm:presLayoutVars>
      </dgm:prSet>
      <dgm:spPr/>
    </dgm:pt>
    <dgm:pt modelId="{D40E95DF-8908-44A9-8D12-C6B2435CDBA1}" type="pres">
      <dgm:prSet presAssocID="{C232AFC2-A6D1-47D7-AB91-5BD4515DAD38}" presName="sibTrans" presStyleLbl="sibTrans1D1" presStyleIdx="3" presStyleCnt="4"/>
      <dgm:spPr/>
    </dgm:pt>
    <dgm:pt modelId="{563C35E6-86ED-4FB1-8855-31FB90D1BD81}" type="pres">
      <dgm:prSet presAssocID="{C232AFC2-A6D1-47D7-AB91-5BD4515DAD38}" presName="connectorText" presStyleLbl="sibTrans1D1" presStyleIdx="3" presStyleCnt="4"/>
      <dgm:spPr/>
    </dgm:pt>
    <dgm:pt modelId="{E988DF64-7EE1-4A4F-8774-8AF8F75FB0BD}" type="pres">
      <dgm:prSet presAssocID="{9C4478C9-9395-4848-B1C2-45EF89E017A2}" presName="node" presStyleLbl="node1" presStyleIdx="4" presStyleCnt="5" custLinFactNeighborX="-57" custLinFactNeighborY="1315">
        <dgm:presLayoutVars>
          <dgm:bulletEnabled val="1"/>
        </dgm:presLayoutVars>
      </dgm:prSet>
      <dgm:spPr/>
    </dgm:pt>
  </dgm:ptLst>
  <dgm:cxnLst>
    <dgm:cxn modelId="{7E1B5203-F7F7-4638-A77A-3D8166209D62}" type="presOf" srcId="{65B32530-C378-4531-BE5B-73DD4301B389}" destId="{05860B2C-E381-4C27-ABF7-D7F187170A78}" srcOrd="0" destOrd="0" presId="urn:microsoft.com/office/officeart/2016/7/layout/RepeatingBendingProcessNew"/>
    <dgm:cxn modelId="{289E4C0A-0A29-49FF-A231-B31203DFAC98}" type="presOf" srcId="{DA27B373-8709-4B45-82CA-7E7641536F91}" destId="{591751C8-B1DD-4E05-96A9-237AAE72AF64}" srcOrd="0" destOrd="0" presId="urn:microsoft.com/office/officeart/2016/7/layout/RepeatingBendingProcessNew"/>
    <dgm:cxn modelId="{FBDA1B0C-C119-4A09-8994-1CB456A50F0F}" type="presOf" srcId="{2AF11C37-549B-45A1-9C3A-7F9371357099}" destId="{0DC7FAD7-8E21-423B-8038-0FDFE4931B63}" srcOrd="0" destOrd="1" presId="urn:microsoft.com/office/officeart/2016/7/layout/RepeatingBendingProcessNew"/>
    <dgm:cxn modelId="{D2A38420-5B48-417E-BC1F-E98D63209DE6}" type="presOf" srcId="{5E95A3B4-8D64-4227-B8D7-A401B2CEDFCE}" destId="{864A164E-635A-4932-819B-F2E91B2B5738}" srcOrd="0" destOrd="0" presId="urn:microsoft.com/office/officeart/2016/7/layout/RepeatingBendingProcessNew"/>
    <dgm:cxn modelId="{0E56DB2F-BAD0-4F48-83AD-83C6645AEB48}" type="presOf" srcId="{9C4478C9-9395-4848-B1C2-45EF89E017A2}" destId="{E988DF64-7EE1-4A4F-8774-8AF8F75FB0BD}" srcOrd="0" destOrd="0" presId="urn:microsoft.com/office/officeart/2016/7/layout/RepeatingBendingProcessNew"/>
    <dgm:cxn modelId="{79EFA137-710C-4340-8C20-A2B63A1FB93D}" type="presOf" srcId="{D1707427-7439-4627-B8F1-950A3D846C14}" destId="{CA27AC78-59EE-4B26-A1E4-74547C4702CC}" srcOrd="0" destOrd="1" presId="urn:microsoft.com/office/officeart/2016/7/layout/RepeatingBendingProcessNew"/>
    <dgm:cxn modelId="{94476E3D-B441-4C00-8B37-3DD0478A132F}" type="presOf" srcId="{CFDA3808-9290-472B-952C-C98E3A9D02A2}" destId="{EA57B373-425E-4553-A1FF-DD54C3AE88E3}" srcOrd="0" destOrd="1" presId="urn:microsoft.com/office/officeart/2016/7/layout/RepeatingBendingProcessNew"/>
    <dgm:cxn modelId="{F2B3543E-E6E5-4576-B011-A3EB97AEB0A1}" type="presOf" srcId="{C232AFC2-A6D1-47D7-AB91-5BD4515DAD38}" destId="{563C35E6-86ED-4FB1-8855-31FB90D1BD81}" srcOrd="1" destOrd="0" presId="urn:microsoft.com/office/officeart/2016/7/layout/RepeatingBendingProcessNew"/>
    <dgm:cxn modelId="{5D940966-7080-405B-825A-EAFE1C669847}" type="presOf" srcId="{9210173B-4EDE-42C2-864B-88D8C84230BC}" destId="{0DC7FAD7-8E21-423B-8038-0FDFE4931B63}" srcOrd="0" destOrd="0" presId="urn:microsoft.com/office/officeart/2016/7/layout/RepeatingBendingProcessNew"/>
    <dgm:cxn modelId="{ECAC0B48-FF96-4986-9DF2-ABFA55C8DF6E}" type="presOf" srcId="{5E95A3B4-8D64-4227-B8D7-A401B2CEDFCE}" destId="{AB879D98-41BC-4AD9-A6AD-6BD46885189F}" srcOrd="1" destOrd="0" presId="urn:microsoft.com/office/officeart/2016/7/layout/RepeatingBendingProcessNew"/>
    <dgm:cxn modelId="{72413769-FEA9-40EC-8D39-10187E1F5988}" srcId="{E91BA04A-11ED-42AD-8DD6-EBC7F9C7ACF1}" destId="{F72DA3F4-755B-4276-876A-F44477CAC64F}" srcOrd="0" destOrd="0" parTransId="{B8693C0F-63E5-4E0D-9E31-86E992ECC692}" sibTransId="{DA27B373-8709-4B45-82CA-7E7641536F91}"/>
    <dgm:cxn modelId="{71189A54-F15C-4060-A4DD-9ED478E2EF2D}" type="presOf" srcId="{DA27B373-8709-4B45-82CA-7E7641536F91}" destId="{F58E4844-F563-473A-88CD-B7971602C1F8}" srcOrd="1" destOrd="0" presId="urn:microsoft.com/office/officeart/2016/7/layout/RepeatingBendingProcessNew"/>
    <dgm:cxn modelId="{64B4BB74-BA2B-47CD-AF92-C5606405787B}" srcId="{E91BA04A-11ED-42AD-8DD6-EBC7F9C7ACF1}" destId="{9C4478C9-9395-4848-B1C2-45EF89E017A2}" srcOrd="4" destOrd="0" parTransId="{66A014AF-8170-40A2-A7B2-F6862CB0CF36}" sibTransId="{31F94BF9-E17E-4146-B77F-75505764CFF9}"/>
    <dgm:cxn modelId="{E96AED79-D440-42B1-96EA-3D980F371787}" srcId="{E91BA04A-11ED-42AD-8DD6-EBC7F9C7ACF1}" destId="{9210173B-4EDE-42C2-864B-88D8C84230BC}" srcOrd="1" destOrd="0" parTransId="{94D73185-744A-4927-B68E-B2E7C5C258B1}" sibTransId="{65B32530-C378-4531-BE5B-73DD4301B389}"/>
    <dgm:cxn modelId="{642DFF7A-D340-4DBC-8583-2F1A359D708E}" srcId="{9210173B-4EDE-42C2-864B-88D8C84230BC}" destId="{2AF11C37-549B-45A1-9C3A-7F9371357099}" srcOrd="0" destOrd="0" parTransId="{94766C43-DEA1-486A-B147-7B8ED7B79722}" sibTransId="{B27D0CEE-4188-48BB-8AF7-646A8405A369}"/>
    <dgm:cxn modelId="{82650C7E-DE13-4F24-A63B-A576217FB1B4}" srcId="{9C4478C9-9395-4848-B1C2-45EF89E017A2}" destId="{07B2A225-6350-4030-BA26-3556D785DBEB}" srcOrd="0" destOrd="0" parTransId="{83B37406-9AC6-4D2F-B9DD-06E391BE6713}" sibTransId="{E1B9E3EA-1173-4710-90A1-FB79B10FFC25}"/>
    <dgm:cxn modelId="{5CC7A188-25CF-43F3-BE38-CDB6B8C2EDF3}" type="presOf" srcId="{07B2A225-6350-4030-BA26-3556D785DBEB}" destId="{E988DF64-7EE1-4A4F-8774-8AF8F75FB0BD}" srcOrd="0" destOrd="1" presId="urn:microsoft.com/office/officeart/2016/7/layout/RepeatingBendingProcessNew"/>
    <dgm:cxn modelId="{8FE74393-683D-439A-A978-6673506CBB2A}" srcId="{D1FB990C-E57B-4831-BD9D-DB992C0EEA70}" destId="{D1707427-7439-4627-B8F1-950A3D846C14}" srcOrd="0" destOrd="0" parTransId="{6798A583-4A1E-42F2-936F-8159CD528729}" sibTransId="{9B4A9FFA-05E1-4154-BEFF-662F6095B08B}"/>
    <dgm:cxn modelId="{5236B79B-9A4C-4868-B406-1A9683491CDD}" type="presOf" srcId="{F72DA3F4-755B-4276-876A-F44477CAC64F}" destId="{9EA9477B-92F0-4C9E-A3AF-46F67077271C}" srcOrd="0" destOrd="0" presId="urn:microsoft.com/office/officeart/2016/7/layout/RepeatingBendingProcessNew"/>
    <dgm:cxn modelId="{A04707B5-C6D3-4BE2-A33E-F8750BAC9447}" type="presOf" srcId="{E91BA04A-11ED-42AD-8DD6-EBC7F9C7ACF1}" destId="{C9A5DD67-5C8E-4A45-B070-FF483A21D7AA}" srcOrd="0" destOrd="0" presId="urn:microsoft.com/office/officeart/2016/7/layout/RepeatingBendingProcessNew"/>
    <dgm:cxn modelId="{54A90EB9-584C-4D34-9768-2A735315662E}" type="presOf" srcId="{65B32530-C378-4531-BE5B-73DD4301B389}" destId="{BBDC1EDB-8A58-4D4C-9A21-C70CFFFABD51}" srcOrd="1" destOrd="0" presId="urn:microsoft.com/office/officeart/2016/7/layout/RepeatingBendingProcessNew"/>
    <dgm:cxn modelId="{E87797BB-826D-4198-B5BB-73FEF34B709B}" type="presOf" srcId="{C232AFC2-A6D1-47D7-AB91-5BD4515DAD38}" destId="{D40E95DF-8908-44A9-8D12-C6B2435CDBA1}" srcOrd="0" destOrd="0" presId="urn:microsoft.com/office/officeart/2016/7/layout/RepeatingBendingProcessNew"/>
    <dgm:cxn modelId="{2E0398C0-760A-45D6-A39A-F9C63F4EED6A}" type="presOf" srcId="{D1FB990C-E57B-4831-BD9D-DB992C0EEA70}" destId="{CA27AC78-59EE-4B26-A1E4-74547C4702CC}" srcOrd="0" destOrd="0" presId="urn:microsoft.com/office/officeart/2016/7/layout/RepeatingBendingProcessNew"/>
    <dgm:cxn modelId="{E26E1AC4-4776-4D33-A8A0-731FAB796C21}" srcId="{CA952781-6B89-45DA-A85F-0870D81FB4FD}" destId="{CFDA3808-9290-472B-952C-C98E3A9D02A2}" srcOrd="0" destOrd="0" parTransId="{F216056A-9896-4DAF-A32F-D5DD300963A6}" sibTransId="{2685D4CF-1991-439C-9B1A-E25742DE768F}"/>
    <dgm:cxn modelId="{CB6AB3D3-5627-498F-9EE0-DAD026E2B730}" srcId="{E91BA04A-11ED-42AD-8DD6-EBC7F9C7ACF1}" destId="{D1FB990C-E57B-4831-BD9D-DB992C0EEA70}" srcOrd="2" destOrd="0" parTransId="{EFD8AB94-612E-4377-8B44-FBB70FF5468F}" sibTransId="{5E95A3B4-8D64-4227-B8D7-A401B2CEDFCE}"/>
    <dgm:cxn modelId="{66691DE6-057A-47FB-8075-EB242FA01A80}" srcId="{E91BA04A-11ED-42AD-8DD6-EBC7F9C7ACF1}" destId="{CA952781-6B89-45DA-A85F-0870D81FB4FD}" srcOrd="3" destOrd="0" parTransId="{3B007E25-0BBE-446D-872C-B89D5AB8182F}" sibTransId="{C232AFC2-A6D1-47D7-AB91-5BD4515DAD38}"/>
    <dgm:cxn modelId="{8BDBCAFB-F3D9-412A-8957-B06C97B66CA6}" type="presOf" srcId="{CA952781-6B89-45DA-A85F-0870D81FB4FD}" destId="{EA57B373-425E-4553-A1FF-DD54C3AE88E3}" srcOrd="0" destOrd="0" presId="urn:microsoft.com/office/officeart/2016/7/layout/RepeatingBendingProcessNew"/>
    <dgm:cxn modelId="{8E8FBB58-48AF-4BE0-8993-A773410AE968}" type="presParOf" srcId="{C9A5DD67-5C8E-4A45-B070-FF483A21D7AA}" destId="{9EA9477B-92F0-4C9E-A3AF-46F67077271C}" srcOrd="0" destOrd="0" presId="urn:microsoft.com/office/officeart/2016/7/layout/RepeatingBendingProcessNew"/>
    <dgm:cxn modelId="{BFD1DCF7-1FAA-4212-8C5A-9C85638D5F07}" type="presParOf" srcId="{C9A5DD67-5C8E-4A45-B070-FF483A21D7AA}" destId="{591751C8-B1DD-4E05-96A9-237AAE72AF64}" srcOrd="1" destOrd="0" presId="urn:microsoft.com/office/officeart/2016/7/layout/RepeatingBendingProcessNew"/>
    <dgm:cxn modelId="{E21EA09A-B3D9-42C8-B30B-A2A58F5931BD}" type="presParOf" srcId="{591751C8-B1DD-4E05-96A9-237AAE72AF64}" destId="{F58E4844-F563-473A-88CD-B7971602C1F8}" srcOrd="0" destOrd="0" presId="urn:microsoft.com/office/officeart/2016/7/layout/RepeatingBendingProcessNew"/>
    <dgm:cxn modelId="{FD7CE4D3-A326-4AE3-BE30-B3C750DF4397}" type="presParOf" srcId="{C9A5DD67-5C8E-4A45-B070-FF483A21D7AA}" destId="{0DC7FAD7-8E21-423B-8038-0FDFE4931B63}" srcOrd="2" destOrd="0" presId="urn:microsoft.com/office/officeart/2016/7/layout/RepeatingBendingProcessNew"/>
    <dgm:cxn modelId="{81DA421A-BCB0-4083-A452-2BC781E01503}" type="presParOf" srcId="{C9A5DD67-5C8E-4A45-B070-FF483A21D7AA}" destId="{05860B2C-E381-4C27-ABF7-D7F187170A78}" srcOrd="3" destOrd="0" presId="urn:microsoft.com/office/officeart/2016/7/layout/RepeatingBendingProcessNew"/>
    <dgm:cxn modelId="{D4DDFC42-AA1C-4286-B85B-9894771AE6B4}" type="presParOf" srcId="{05860B2C-E381-4C27-ABF7-D7F187170A78}" destId="{BBDC1EDB-8A58-4D4C-9A21-C70CFFFABD51}" srcOrd="0" destOrd="0" presId="urn:microsoft.com/office/officeart/2016/7/layout/RepeatingBendingProcessNew"/>
    <dgm:cxn modelId="{97076A46-FC0C-4554-8728-AD18F664C90B}" type="presParOf" srcId="{C9A5DD67-5C8E-4A45-B070-FF483A21D7AA}" destId="{CA27AC78-59EE-4B26-A1E4-74547C4702CC}" srcOrd="4" destOrd="0" presId="urn:microsoft.com/office/officeart/2016/7/layout/RepeatingBendingProcessNew"/>
    <dgm:cxn modelId="{A4123F63-C3C6-42E9-922E-C4341618F63F}" type="presParOf" srcId="{C9A5DD67-5C8E-4A45-B070-FF483A21D7AA}" destId="{864A164E-635A-4932-819B-F2E91B2B5738}" srcOrd="5" destOrd="0" presId="urn:microsoft.com/office/officeart/2016/7/layout/RepeatingBendingProcessNew"/>
    <dgm:cxn modelId="{7E6BD57E-C80D-49BB-94B4-0814EFF5F50D}" type="presParOf" srcId="{864A164E-635A-4932-819B-F2E91B2B5738}" destId="{AB879D98-41BC-4AD9-A6AD-6BD46885189F}" srcOrd="0" destOrd="0" presId="urn:microsoft.com/office/officeart/2016/7/layout/RepeatingBendingProcessNew"/>
    <dgm:cxn modelId="{5B2A0048-2224-4975-AAB7-577FE85D5573}" type="presParOf" srcId="{C9A5DD67-5C8E-4A45-B070-FF483A21D7AA}" destId="{EA57B373-425E-4553-A1FF-DD54C3AE88E3}" srcOrd="6" destOrd="0" presId="urn:microsoft.com/office/officeart/2016/7/layout/RepeatingBendingProcessNew"/>
    <dgm:cxn modelId="{6F8ECA27-23F3-4157-B6DB-8C3E18B108D9}" type="presParOf" srcId="{C9A5DD67-5C8E-4A45-B070-FF483A21D7AA}" destId="{D40E95DF-8908-44A9-8D12-C6B2435CDBA1}" srcOrd="7" destOrd="0" presId="urn:microsoft.com/office/officeart/2016/7/layout/RepeatingBendingProcessNew"/>
    <dgm:cxn modelId="{7C242BB6-BE25-4B42-98FF-62636912726D}" type="presParOf" srcId="{D40E95DF-8908-44A9-8D12-C6B2435CDBA1}" destId="{563C35E6-86ED-4FB1-8855-31FB90D1BD81}" srcOrd="0" destOrd="0" presId="urn:microsoft.com/office/officeart/2016/7/layout/RepeatingBendingProcessNew"/>
    <dgm:cxn modelId="{5DF8304C-F7A4-4C38-8D82-968C34FD44D0}" type="presParOf" srcId="{C9A5DD67-5C8E-4A45-B070-FF483A21D7AA}" destId="{E988DF64-7EE1-4A4F-8774-8AF8F75FB0BD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DE885A-C5FF-4199-8452-6E7E470E57A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32F722-0B05-4837-9EB0-A89DE38D198B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שימוש בחומרי עיצוב ותרסיסים לשיער אינם גורמים לנשירה </a:t>
          </a:r>
          <a:endParaRPr lang="en-US" dirty="0">
            <a:solidFill>
              <a:schemeClr val="tx1"/>
            </a:solidFill>
          </a:endParaRPr>
        </a:p>
      </dgm:t>
    </dgm:pt>
    <dgm:pt modelId="{FA2633B8-9E73-46D8-9884-C84E48784C71}" type="parTrans" cxnId="{4AD5DC75-D956-436A-9DD9-037E2FFFEF40}">
      <dgm:prSet/>
      <dgm:spPr/>
      <dgm:t>
        <a:bodyPr/>
        <a:lstStyle/>
        <a:p>
          <a:endParaRPr lang="en-US"/>
        </a:p>
      </dgm:t>
    </dgm:pt>
    <dgm:pt modelId="{60C7D744-65EE-48A1-BECB-64E4AB59FC85}" type="sibTrans" cxnId="{4AD5DC75-D956-436A-9DD9-037E2FFFEF40}">
      <dgm:prSet/>
      <dgm:spPr/>
      <dgm:t>
        <a:bodyPr/>
        <a:lstStyle/>
        <a:p>
          <a:endParaRPr lang="en-US"/>
        </a:p>
      </dgm:t>
    </dgm:pt>
    <dgm:pt modelId="{4D2CB314-C407-4278-BAB6-38DA02ED4E28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חפיפת שיער מרובה אינה גורמת לנשירת שיער</a:t>
          </a:r>
          <a:endParaRPr lang="en-US" dirty="0">
            <a:solidFill>
              <a:schemeClr val="tx1"/>
            </a:solidFill>
          </a:endParaRPr>
        </a:p>
      </dgm:t>
    </dgm:pt>
    <dgm:pt modelId="{7F4406DC-4067-4C30-BF80-18D344BAC075}" type="parTrans" cxnId="{CD547B9C-DFD1-4FF2-8031-BFFB19B3783F}">
      <dgm:prSet/>
      <dgm:spPr/>
      <dgm:t>
        <a:bodyPr/>
        <a:lstStyle/>
        <a:p>
          <a:endParaRPr lang="en-US"/>
        </a:p>
      </dgm:t>
    </dgm:pt>
    <dgm:pt modelId="{4AA1B94D-337A-4BC5-9A5A-CDCE5C7C5DA5}" type="sibTrans" cxnId="{CD547B9C-DFD1-4FF2-8031-BFFB19B3783F}">
      <dgm:prSet/>
      <dgm:spPr/>
      <dgm:t>
        <a:bodyPr/>
        <a:lstStyle/>
        <a:p>
          <a:endParaRPr lang="en-US"/>
        </a:p>
      </dgm:t>
    </dgm:pt>
    <dgm:pt modelId="{B8B66C15-2E73-4B00-AC36-7CA7E9537A0C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חבישת כובע אינה גורמת לנשירה לעומת זאת חבישת כיסויי שיער הדוקים ואיסוף השיער בהידוק למשך זמן ארוך יכולים לגרום לנשירת שיער ומחלות עור.</a:t>
          </a:r>
          <a:endParaRPr lang="en-US" dirty="0">
            <a:solidFill>
              <a:schemeClr val="tx1"/>
            </a:solidFill>
          </a:endParaRPr>
        </a:p>
      </dgm:t>
    </dgm:pt>
    <dgm:pt modelId="{93B32918-AA7D-49C5-97C6-0CDFE9346E54}" type="parTrans" cxnId="{35233342-37A5-4CAB-AB8D-B988B6F16F5A}">
      <dgm:prSet/>
      <dgm:spPr/>
      <dgm:t>
        <a:bodyPr/>
        <a:lstStyle/>
        <a:p>
          <a:endParaRPr lang="en-US"/>
        </a:p>
      </dgm:t>
    </dgm:pt>
    <dgm:pt modelId="{FCE2D0B5-0C1F-4BDA-8C6E-3B17A2451D55}" type="sibTrans" cxnId="{35233342-37A5-4CAB-AB8D-B988B6F16F5A}">
      <dgm:prSet/>
      <dgm:spPr/>
      <dgm:t>
        <a:bodyPr/>
        <a:lstStyle/>
        <a:p>
          <a:endParaRPr lang="en-US"/>
        </a:p>
      </dgm:t>
    </dgm:pt>
    <dgm:pt modelId="{5C9696E2-61D2-48D2-9706-E416B055C700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סירוק, יבוש או צביעת שיער אינם גורמים לנשירת שיער </a:t>
          </a:r>
          <a:r>
            <a:rPr lang="he-IL" b="0" i="0" baseline="0" dirty="0"/>
            <a:t>.</a:t>
          </a:r>
          <a:endParaRPr lang="en-US" dirty="0"/>
        </a:p>
      </dgm:t>
    </dgm:pt>
    <dgm:pt modelId="{0F214AB7-8C63-4D42-9044-2B4866F27281}" type="parTrans" cxnId="{511226D5-3170-4611-BAC4-26D53E9E51EA}">
      <dgm:prSet/>
      <dgm:spPr/>
      <dgm:t>
        <a:bodyPr/>
        <a:lstStyle/>
        <a:p>
          <a:endParaRPr lang="en-US"/>
        </a:p>
      </dgm:t>
    </dgm:pt>
    <dgm:pt modelId="{C701B07E-D05C-4058-BA02-7F3FA5A2B0C6}" type="sibTrans" cxnId="{511226D5-3170-4611-BAC4-26D53E9E51EA}">
      <dgm:prSet/>
      <dgm:spPr/>
      <dgm:t>
        <a:bodyPr/>
        <a:lstStyle/>
        <a:p>
          <a:endParaRPr lang="en-US"/>
        </a:p>
      </dgm:t>
    </dgm:pt>
    <dgm:pt modelId="{7704BDD6-4840-49F0-833A-3E8052D1A7A7}">
      <dgm:prSet/>
      <dgm:spPr/>
      <dgm:t>
        <a:bodyPr/>
        <a:lstStyle/>
        <a:p>
          <a:r>
            <a:rPr lang="he-IL" b="0" i="0" baseline="0" dirty="0">
              <a:solidFill>
                <a:schemeClr val="tx1"/>
              </a:solidFill>
            </a:rPr>
            <a:t>תספורות תכופות לא מונעות נשירה </a:t>
          </a:r>
          <a:r>
            <a:rPr lang="he-IL" b="0" i="0" baseline="0" dirty="0"/>
            <a:t>.</a:t>
          </a:r>
          <a:endParaRPr lang="en-US" dirty="0"/>
        </a:p>
      </dgm:t>
    </dgm:pt>
    <dgm:pt modelId="{EE68BD88-3AA3-4B06-9E91-816D51E520B4}" type="parTrans" cxnId="{E9D771A3-58C1-4B30-B70A-D8A83C2D4F5F}">
      <dgm:prSet/>
      <dgm:spPr/>
      <dgm:t>
        <a:bodyPr/>
        <a:lstStyle/>
        <a:p>
          <a:endParaRPr lang="en-US"/>
        </a:p>
      </dgm:t>
    </dgm:pt>
    <dgm:pt modelId="{49A2615D-6AAE-493E-A577-BEDADCF99237}" type="sibTrans" cxnId="{E9D771A3-58C1-4B30-B70A-D8A83C2D4F5F}">
      <dgm:prSet/>
      <dgm:spPr/>
      <dgm:t>
        <a:bodyPr/>
        <a:lstStyle/>
        <a:p>
          <a:endParaRPr lang="en-US"/>
        </a:p>
      </dgm:t>
    </dgm:pt>
    <dgm:pt modelId="{D69C1D81-F1C3-434F-AA7F-1F7619F66F21}" type="pres">
      <dgm:prSet presAssocID="{C3DE885A-C5FF-4199-8452-6E7E470E57A4}" presName="linear" presStyleCnt="0">
        <dgm:presLayoutVars>
          <dgm:animLvl val="lvl"/>
          <dgm:resizeHandles val="exact"/>
        </dgm:presLayoutVars>
      </dgm:prSet>
      <dgm:spPr/>
    </dgm:pt>
    <dgm:pt modelId="{A88C4332-0D0E-4721-A52E-3FCAD4110F37}" type="pres">
      <dgm:prSet presAssocID="{5632F722-0B05-4837-9EB0-A89DE38D198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73D7C57-A679-45C6-8948-EBE4CBDC7EF4}" type="pres">
      <dgm:prSet presAssocID="{60C7D744-65EE-48A1-BECB-64E4AB59FC85}" presName="spacer" presStyleCnt="0"/>
      <dgm:spPr/>
    </dgm:pt>
    <dgm:pt modelId="{144CAEFE-4510-4A2F-9EDF-D531F56FDFC0}" type="pres">
      <dgm:prSet presAssocID="{4D2CB314-C407-4278-BAB6-38DA02ED4E2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2F7C9B2-986A-4AF3-92B6-42C214387C23}" type="pres">
      <dgm:prSet presAssocID="{4AA1B94D-337A-4BC5-9A5A-CDCE5C7C5DA5}" presName="spacer" presStyleCnt="0"/>
      <dgm:spPr/>
    </dgm:pt>
    <dgm:pt modelId="{26AF36F5-CFB0-4C57-9C48-B41C84396080}" type="pres">
      <dgm:prSet presAssocID="{B8B66C15-2E73-4B00-AC36-7CA7E9537A0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A7817B8-FF4C-4618-8C7C-369155768A51}" type="pres">
      <dgm:prSet presAssocID="{FCE2D0B5-0C1F-4BDA-8C6E-3B17A2451D55}" presName="spacer" presStyleCnt="0"/>
      <dgm:spPr/>
    </dgm:pt>
    <dgm:pt modelId="{4512A993-6D99-46C5-AAD7-41A81D533398}" type="pres">
      <dgm:prSet presAssocID="{5C9696E2-61D2-48D2-9706-E416B055C70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7793D720-1FEB-4CEF-A703-AFC8D78B8EEF}" type="pres">
      <dgm:prSet presAssocID="{C701B07E-D05C-4058-BA02-7F3FA5A2B0C6}" presName="spacer" presStyleCnt="0"/>
      <dgm:spPr/>
    </dgm:pt>
    <dgm:pt modelId="{03F9D6D9-E485-4172-B513-009B6C638E10}" type="pres">
      <dgm:prSet presAssocID="{7704BDD6-4840-49F0-833A-3E8052D1A7A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5333560-EEBA-4B37-B5A6-E6C1A12D43C2}" type="presOf" srcId="{4D2CB314-C407-4278-BAB6-38DA02ED4E28}" destId="{144CAEFE-4510-4A2F-9EDF-D531F56FDFC0}" srcOrd="0" destOrd="0" presId="urn:microsoft.com/office/officeart/2005/8/layout/vList2"/>
    <dgm:cxn modelId="{35233342-37A5-4CAB-AB8D-B988B6F16F5A}" srcId="{C3DE885A-C5FF-4199-8452-6E7E470E57A4}" destId="{B8B66C15-2E73-4B00-AC36-7CA7E9537A0C}" srcOrd="2" destOrd="0" parTransId="{93B32918-AA7D-49C5-97C6-0CDFE9346E54}" sibTransId="{FCE2D0B5-0C1F-4BDA-8C6E-3B17A2451D55}"/>
    <dgm:cxn modelId="{4AD5DC75-D956-436A-9DD9-037E2FFFEF40}" srcId="{C3DE885A-C5FF-4199-8452-6E7E470E57A4}" destId="{5632F722-0B05-4837-9EB0-A89DE38D198B}" srcOrd="0" destOrd="0" parTransId="{FA2633B8-9E73-46D8-9884-C84E48784C71}" sibTransId="{60C7D744-65EE-48A1-BECB-64E4AB59FC85}"/>
    <dgm:cxn modelId="{BCE2A193-76BB-441E-BFAE-16EBD8EA5CAE}" type="presOf" srcId="{C3DE885A-C5FF-4199-8452-6E7E470E57A4}" destId="{D69C1D81-F1C3-434F-AA7F-1F7619F66F21}" srcOrd="0" destOrd="0" presId="urn:microsoft.com/office/officeart/2005/8/layout/vList2"/>
    <dgm:cxn modelId="{CD547B9C-DFD1-4FF2-8031-BFFB19B3783F}" srcId="{C3DE885A-C5FF-4199-8452-6E7E470E57A4}" destId="{4D2CB314-C407-4278-BAB6-38DA02ED4E28}" srcOrd="1" destOrd="0" parTransId="{7F4406DC-4067-4C30-BF80-18D344BAC075}" sibTransId="{4AA1B94D-337A-4BC5-9A5A-CDCE5C7C5DA5}"/>
    <dgm:cxn modelId="{E9D771A3-58C1-4B30-B70A-D8A83C2D4F5F}" srcId="{C3DE885A-C5FF-4199-8452-6E7E470E57A4}" destId="{7704BDD6-4840-49F0-833A-3E8052D1A7A7}" srcOrd="4" destOrd="0" parTransId="{EE68BD88-3AA3-4B06-9E91-816D51E520B4}" sibTransId="{49A2615D-6AAE-493E-A577-BEDADCF99237}"/>
    <dgm:cxn modelId="{732751AC-DACA-48E7-8FA5-DF15BEFDC6DA}" type="presOf" srcId="{5632F722-0B05-4837-9EB0-A89DE38D198B}" destId="{A88C4332-0D0E-4721-A52E-3FCAD4110F37}" srcOrd="0" destOrd="0" presId="urn:microsoft.com/office/officeart/2005/8/layout/vList2"/>
    <dgm:cxn modelId="{16F65BB1-6154-4893-B37A-6F86C8C48EBB}" type="presOf" srcId="{7704BDD6-4840-49F0-833A-3E8052D1A7A7}" destId="{03F9D6D9-E485-4172-B513-009B6C638E10}" srcOrd="0" destOrd="0" presId="urn:microsoft.com/office/officeart/2005/8/layout/vList2"/>
    <dgm:cxn modelId="{9623DCB1-C94C-402E-85E6-C4E17430254E}" type="presOf" srcId="{5C9696E2-61D2-48D2-9706-E416B055C700}" destId="{4512A993-6D99-46C5-AAD7-41A81D533398}" srcOrd="0" destOrd="0" presId="urn:microsoft.com/office/officeart/2005/8/layout/vList2"/>
    <dgm:cxn modelId="{511226D5-3170-4611-BAC4-26D53E9E51EA}" srcId="{C3DE885A-C5FF-4199-8452-6E7E470E57A4}" destId="{5C9696E2-61D2-48D2-9706-E416B055C700}" srcOrd="3" destOrd="0" parTransId="{0F214AB7-8C63-4D42-9044-2B4866F27281}" sibTransId="{C701B07E-D05C-4058-BA02-7F3FA5A2B0C6}"/>
    <dgm:cxn modelId="{980785E5-494F-4502-914B-DE3FEBC84CDC}" type="presOf" srcId="{B8B66C15-2E73-4B00-AC36-7CA7E9537A0C}" destId="{26AF36F5-CFB0-4C57-9C48-B41C84396080}" srcOrd="0" destOrd="0" presId="urn:microsoft.com/office/officeart/2005/8/layout/vList2"/>
    <dgm:cxn modelId="{E62AB101-F05E-4598-B4DD-8A83F027D7DB}" type="presParOf" srcId="{D69C1D81-F1C3-434F-AA7F-1F7619F66F21}" destId="{A88C4332-0D0E-4721-A52E-3FCAD4110F37}" srcOrd="0" destOrd="0" presId="urn:microsoft.com/office/officeart/2005/8/layout/vList2"/>
    <dgm:cxn modelId="{96E3D15B-F0DE-431D-9531-67DA63238921}" type="presParOf" srcId="{D69C1D81-F1C3-434F-AA7F-1F7619F66F21}" destId="{F73D7C57-A679-45C6-8948-EBE4CBDC7EF4}" srcOrd="1" destOrd="0" presId="urn:microsoft.com/office/officeart/2005/8/layout/vList2"/>
    <dgm:cxn modelId="{4D9CC811-4D67-408D-A844-4B517F5B5C7D}" type="presParOf" srcId="{D69C1D81-F1C3-434F-AA7F-1F7619F66F21}" destId="{144CAEFE-4510-4A2F-9EDF-D531F56FDFC0}" srcOrd="2" destOrd="0" presId="urn:microsoft.com/office/officeart/2005/8/layout/vList2"/>
    <dgm:cxn modelId="{A8391119-9EED-42E5-8992-8E90DD1274A5}" type="presParOf" srcId="{D69C1D81-F1C3-434F-AA7F-1F7619F66F21}" destId="{42F7C9B2-986A-4AF3-92B6-42C214387C23}" srcOrd="3" destOrd="0" presId="urn:microsoft.com/office/officeart/2005/8/layout/vList2"/>
    <dgm:cxn modelId="{4AA2E9A6-8B17-4C5C-8DF5-5292F282EF07}" type="presParOf" srcId="{D69C1D81-F1C3-434F-AA7F-1F7619F66F21}" destId="{26AF36F5-CFB0-4C57-9C48-B41C84396080}" srcOrd="4" destOrd="0" presId="urn:microsoft.com/office/officeart/2005/8/layout/vList2"/>
    <dgm:cxn modelId="{9CD7D93A-2266-4122-8895-43E2E1D000AD}" type="presParOf" srcId="{D69C1D81-F1C3-434F-AA7F-1F7619F66F21}" destId="{2A7817B8-FF4C-4618-8C7C-369155768A51}" srcOrd="5" destOrd="0" presId="urn:microsoft.com/office/officeart/2005/8/layout/vList2"/>
    <dgm:cxn modelId="{56D5202A-99DF-4CD8-9F56-4866D63508DB}" type="presParOf" srcId="{D69C1D81-F1C3-434F-AA7F-1F7619F66F21}" destId="{4512A993-6D99-46C5-AAD7-41A81D533398}" srcOrd="6" destOrd="0" presId="urn:microsoft.com/office/officeart/2005/8/layout/vList2"/>
    <dgm:cxn modelId="{B658AF84-2C94-4583-828B-7D14D9362E6D}" type="presParOf" srcId="{D69C1D81-F1C3-434F-AA7F-1F7619F66F21}" destId="{7793D720-1FEB-4CEF-A703-AFC8D78B8EEF}" srcOrd="7" destOrd="0" presId="urn:microsoft.com/office/officeart/2005/8/layout/vList2"/>
    <dgm:cxn modelId="{46F80589-3EBB-4BD1-9879-D6A5346A6768}" type="presParOf" srcId="{D69C1D81-F1C3-434F-AA7F-1F7619F66F21}" destId="{03F9D6D9-E485-4172-B513-009B6C638E10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40B0E-B1E0-46D1-A35A-C7098A60E61E}">
      <dsp:nvSpPr>
        <dsp:cNvPr id="0" name=""/>
        <dsp:cNvSpPr/>
      </dsp:nvSpPr>
      <dsp:spPr>
        <a:xfrm>
          <a:off x="0" y="5251"/>
          <a:ext cx="5029199" cy="779512"/>
        </a:xfrm>
        <a:prstGeom prst="roundRect">
          <a:avLst/>
        </a:prstGeom>
        <a:solidFill>
          <a:srgbClr val="ED7D31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1</a:t>
          </a:r>
          <a:r>
            <a:rPr lang="he-IL" sz="2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. התלמיד יכיר את שלבי צמיחת השיערה</a:t>
          </a:r>
          <a:endParaRPr lang="en-US" sz="2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8053" y="43304"/>
        <a:ext cx="4953093" cy="703406"/>
      </dsp:txXfrm>
    </dsp:sp>
    <dsp:sp modelId="{08D049BC-DBC7-4E7A-BB2E-4BA8F46CA2AB}">
      <dsp:nvSpPr>
        <dsp:cNvPr id="0" name=""/>
        <dsp:cNvSpPr/>
      </dsp:nvSpPr>
      <dsp:spPr>
        <a:xfrm>
          <a:off x="0" y="886326"/>
          <a:ext cx="5029199" cy="779512"/>
        </a:xfrm>
        <a:prstGeom prst="roundRect">
          <a:avLst/>
        </a:prstGeom>
        <a:solidFill>
          <a:srgbClr val="ED7D31">
            <a:hueOff val="-363841"/>
            <a:satOff val="-20982"/>
            <a:lumOff val="2157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2. התלמיד יבין מהי נשירת שיער </a:t>
          </a:r>
          <a:endParaRPr lang="en-US" sz="2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8053" y="924379"/>
        <a:ext cx="4953093" cy="703406"/>
      </dsp:txXfrm>
    </dsp:sp>
    <dsp:sp modelId="{3A0CA547-9BFA-4C04-8031-EBEB0EDBEB37}">
      <dsp:nvSpPr>
        <dsp:cNvPr id="0" name=""/>
        <dsp:cNvSpPr/>
      </dsp:nvSpPr>
      <dsp:spPr>
        <a:xfrm>
          <a:off x="0" y="1679476"/>
          <a:ext cx="5029199" cy="779512"/>
        </a:xfrm>
        <a:prstGeom prst="roundRect">
          <a:avLst/>
        </a:prstGeom>
        <a:solidFill>
          <a:srgbClr val="ED7D31">
            <a:hueOff val="-727682"/>
            <a:satOff val="-41964"/>
            <a:lumOff val="4314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b="1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3. התלמיד ידע להבחין בין נשירת שיער לקריעת שיער</a:t>
          </a:r>
          <a:endParaRPr lang="en-US" sz="20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8053" y="1717529"/>
        <a:ext cx="4953093" cy="703406"/>
      </dsp:txXfrm>
    </dsp:sp>
    <dsp:sp modelId="{1215D44D-C82A-4BE0-80D5-FD0E8267F679}">
      <dsp:nvSpPr>
        <dsp:cNvPr id="0" name=""/>
        <dsp:cNvSpPr/>
      </dsp:nvSpPr>
      <dsp:spPr>
        <a:xfrm>
          <a:off x="0" y="2516589"/>
          <a:ext cx="5029199" cy="779512"/>
        </a:xfrm>
        <a:prstGeom prst="roundRect">
          <a:avLst/>
        </a:prstGeom>
        <a:solidFill>
          <a:srgbClr val="ED7D31">
            <a:hueOff val="-1091522"/>
            <a:satOff val="-62946"/>
            <a:lumOff val="6471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4. התלמיד ידע להבחין בין נשירת שיער טבעית ללא טבעית</a:t>
          </a:r>
          <a:endParaRPr lang="en-US" sz="20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8053" y="2554642"/>
        <a:ext cx="4953093" cy="703406"/>
      </dsp:txXfrm>
    </dsp:sp>
    <dsp:sp modelId="{184EA242-E361-4CDB-B61D-51E7D32361E2}">
      <dsp:nvSpPr>
        <dsp:cNvPr id="0" name=""/>
        <dsp:cNvSpPr/>
      </dsp:nvSpPr>
      <dsp:spPr>
        <a:xfrm>
          <a:off x="0" y="3353701"/>
          <a:ext cx="5029199" cy="779512"/>
        </a:xfrm>
        <a:prstGeom prst="roundRect">
          <a:avLst/>
        </a:prstGeom>
        <a:solidFill>
          <a:srgbClr val="ED7D31">
            <a:hueOff val="-1455363"/>
            <a:satOff val="-83928"/>
            <a:lumOff val="8628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000" b="1" kern="1200">
              <a:solidFill>
                <a:sysClr val="window" lastClr="FFFFFF"/>
              </a:solidFill>
              <a:latin typeface="Calibri" panose="020F0502020204030204"/>
              <a:ea typeface="+mn-ea"/>
              <a:cs typeface="Arial" panose="020B0604020202020204" pitchFamily="34" charset="0"/>
            </a:rPr>
            <a:t>5. התלמיד יכיר את הסיבות לנשירת שיער לא טבעית </a:t>
          </a:r>
          <a:endParaRPr lang="en-US" sz="20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38053" y="3391754"/>
        <a:ext cx="4953093" cy="703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96F59D-F094-4DD1-B88C-2526F5B39A4A}">
      <dsp:nvSpPr>
        <dsp:cNvPr id="0" name=""/>
        <dsp:cNvSpPr/>
      </dsp:nvSpPr>
      <dsp:spPr>
        <a:xfrm>
          <a:off x="0" y="82191"/>
          <a:ext cx="6291714" cy="101336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600" b="0" i="0" kern="1200" baseline="0" dirty="0">
              <a:solidFill>
                <a:schemeClr val="tx1"/>
              </a:solidFill>
            </a:rPr>
            <a:t>מצב נפשי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49468" y="131659"/>
        <a:ext cx="6192778" cy="914430"/>
      </dsp:txXfrm>
    </dsp:sp>
    <dsp:sp modelId="{78270158-5DE1-46EF-B58C-1645E200861B}">
      <dsp:nvSpPr>
        <dsp:cNvPr id="0" name=""/>
        <dsp:cNvSpPr/>
      </dsp:nvSpPr>
      <dsp:spPr>
        <a:xfrm>
          <a:off x="0" y="1170438"/>
          <a:ext cx="6291714" cy="1013366"/>
        </a:xfrm>
        <a:prstGeom prst="roundRect">
          <a:avLst/>
        </a:prstGeom>
        <a:solidFill>
          <a:schemeClr val="accent2">
            <a:hueOff val="209694"/>
            <a:satOff val="-1981"/>
            <a:lumOff val="-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600" b="0" i="0" kern="1200" baseline="0" dirty="0">
              <a:solidFill>
                <a:schemeClr val="tx1"/>
              </a:solidFill>
            </a:rPr>
            <a:t>גנטיקה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49468" y="1219906"/>
        <a:ext cx="6192778" cy="914430"/>
      </dsp:txXfrm>
    </dsp:sp>
    <dsp:sp modelId="{6CF34E70-2904-48C8-88A8-E42C7DCE962F}">
      <dsp:nvSpPr>
        <dsp:cNvPr id="0" name=""/>
        <dsp:cNvSpPr/>
      </dsp:nvSpPr>
      <dsp:spPr>
        <a:xfrm>
          <a:off x="0" y="2258684"/>
          <a:ext cx="6291714" cy="1013366"/>
        </a:xfrm>
        <a:prstGeom prst="roundRect">
          <a:avLst/>
        </a:prstGeom>
        <a:solidFill>
          <a:schemeClr val="accent2">
            <a:hueOff val="419388"/>
            <a:satOff val="-3962"/>
            <a:lumOff val="-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600" b="0" i="0" kern="1200" baseline="0" dirty="0">
              <a:solidFill>
                <a:schemeClr val="tx1"/>
              </a:solidFill>
            </a:rPr>
            <a:t>נשירה הורמונלית ( בעיקר לנשים בהריון או לאחר לידה )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49468" y="2308152"/>
        <a:ext cx="6192778" cy="914430"/>
      </dsp:txXfrm>
    </dsp:sp>
    <dsp:sp modelId="{82411DBE-62F6-47D4-A767-6BA28FA9649E}">
      <dsp:nvSpPr>
        <dsp:cNvPr id="0" name=""/>
        <dsp:cNvSpPr/>
      </dsp:nvSpPr>
      <dsp:spPr>
        <a:xfrm>
          <a:off x="0" y="3346930"/>
          <a:ext cx="6291714" cy="1013366"/>
        </a:xfrm>
        <a:prstGeom prst="roundRect">
          <a:avLst/>
        </a:prstGeom>
        <a:solidFill>
          <a:schemeClr val="accent2">
            <a:hueOff val="629081"/>
            <a:satOff val="-5942"/>
            <a:lumOff val="-61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600" b="0" i="0" kern="1200" baseline="0" dirty="0">
              <a:solidFill>
                <a:schemeClr val="tx1"/>
              </a:solidFill>
            </a:rPr>
            <a:t>תרופות</a:t>
          </a:r>
          <a:r>
            <a:rPr lang="he-IL" sz="2600" b="0" i="0" kern="1200" baseline="0" dirty="0"/>
            <a:t> </a:t>
          </a:r>
          <a:endParaRPr lang="en-US" sz="2600" kern="1200" dirty="0"/>
        </a:p>
      </dsp:txBody>
      <dsp:txXfrm>
        <a:off x="49468" y="3396398"/>
        <a:ext cx="6192778" cy="914430"/>
      </dsp:txXfrm>
    </dsp:sp>
    <dsp:sp modelId="{A8326C05-5A58-466D-B46C-F080A1EDEEE0}">
      <dsp:nvSpPr>
        <dsp:cNvPr id="0" name=""/>
        <dsp:cNvSpPr/>
      </dsp:nvSpPr>
      <dsp:spPr>
        <a:xfrm>
          <a:off x="0" y="4435176"/>
          <a:ext cx="6291714" cy="1013366"/>
        </a:xfrm>
        <a:prstGeom prst="roundRect">
          <a:avLst/>
        </a:prstGeom>
        <a:solidFill>
          <a:schemeClr val="accent2">
            <a:hueOff val="838775"/>
            <a:satOff val="-7923"/>
            <a:lumOff val="-82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600" b="0" i="0" kern="1200" baseline="0" dirty="0">
              <a:solidFill>
                <a:schemeClr val="tx1"/>
              </a:solidFill>
            </a:rPr>
            <a:t>מחלות</a:t>
          </a:r>
          <a:endParaRPr lang="en-US" sz="2600" kern="1200" dirty="0">
            <a:solidFill>
              <a:schemeClr val="tx1"/>
            </a:solidFill>
          </a:endParaRPr>
        </a:p>
      </dsp:txBody>
      <dsp:txXfrm>
        <a:off x="49468" y="4484644"/>
        <a:ext cx="6192778" cy="9144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1751C8-B1DD-4E05-96A9-237AAE72AF64}">
      <dsp:nvSpPr>
        <dsp:cNvPr id="0" name=""/>
        <dsp:cNvSpPr/>
      </dsp:nvSpPr>
      <dsp:spPr>
        <a:xfrm>
          <a:off x="3288175" y="765191"/>
          <a:ext cx="5893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9399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67375" y="807811"/>
        <a:ext cx="30999" cy="6199"/>
      </dsp:txXfrm>
    </dsp:sp>
    <dsp:sp modelId="{9EA9477B-92F0-4C9E-A3AF-46F67077271C}">
      <dsp:nvSpPr>
        <dsp:cNvPr id="0" name=""/>
        <dsp:cNvSpPr/>
      </dsp:nvSpPr>
      <dsp:spPr>
        <a:xfrm>
          <a:off x="594326" y="2217"/>
          <a:ext cx="2695649" cy="16173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0" i="0" kern="1200" baseline="0" dirty="0">
              <a:solidFill>
                <a:schemeClr val="tx1"/>
              </a:solidFill>
            </a:rPr>
            <a:t>אז מה למדנו היום ?</a:t>
          </a:r>
          <a:endParaRPr lang="en-US" sz="1800" kern="1200" dirty="0">
            <a:solidFill>
              <a:schemeClr val="tx1"/>
            </a:solidFill>
          </a:endParaRPr>
        </a:p>
      </dsp:txBody>
      <dsp:txXfrm>
        <a:off x="594326" y="2217"/>
        <a:ext cx="2695649" cy="1617389"/>
      </dsp:txXfrm>
    </dsp:sp>
    <dsp:sp modelId="{05860B2C-E381-4C27-ABF7-D7F187170A78}">
      <dsp:nvSpPr>
        <dsp:cNvPr id="0" name=""/>
        <dsp:cNvSpPr/>
      </dsp:nvSpPr>
      <dsp:spPr>
        <a:xfrm>
          <a:off x="6603824" y="765191"/>
          <a:ext cx="589399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89399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883024" y="807811"/>
        <a:ext cx="30999" cy="6199"/>
      </dsp:txXfrm>
    </dsp:sp>
    <dsp:sp modelId="{0DC7FAD7-8E21-423B-8038-0FDFE4931B63}">
      <dsp:nvSpPr>
        <dsp:cNvPr id="0" name=""/>
        <dsp:cNvSpPr/>
      </dsp:nvSpPr>
      <dsp:spPr>
        <a:xfrm>
          <a:off x="3909975" y="2217"/>
          <a:ext cx="2695649" cy="161738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0" i="0" kern="1200" baseline="0" dirty="0">
              <a:solidFill>
                <a:schemeClr val="tx1"/>
              </a:solidFill>
            </a:rPr>
            <a:t>1.מהם שלבי צמיחת השיערה ? </a:t>
          </a:r>
          <a:endParaRPr lang="en-US" sz="18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400" b="0" i="0" kern="1200" baseline="0" dirty="0">
              <a:solidFill>
                <a:schemeClr val="tx1"/>
              </a:solidFill>
            </a:rPr>
            <a:t>אנגן – צמיחה , </a:t>
          </a:r>
          <a:r>
            <a:rPr lang="he-IL" sz="1400" b="0" i="0" kern="1200" baseline="0" dirty="0" err="1">
              <a:solidFill>
                <a:schemeClr val="tx1"/>
              </a:solidFill>
            </a:rPr>
            <a:t>קטגן</a:t>
          </a:r>
          <a:r>
            <a:rPr lang="he-IL" sz="1400" b="0" i="0" kern="1200" baseline="0" dirty="0">
              <a:solidFill>
                <a:schemeClr val="tx1"/>
              </a:solidFill>
            </a:rPr>
            <a:t> – מנוחה , </a:t>
          </a:r>
          <a:r>
            <a:rPr lang="he-IL" sz="1400" b="0" i="0" kern="1200" baseline="0" dirty="0" err="1">
              <a:solidFill>
                <a:schemeClr val="tx1"/>
              </a:solidFill>
            </a:rPr>
            <a:t>טלוגן</a:t>
          </a:r>
          <a:r>
            <a:rPr lang="he-IL" sz="1400" b="0" i="0" kern="1200" baseline="0" dirty="0">
              <a:solidFill>
                <a:schemeClr val="tx1"/>
              </a:solidFill>
            </a:rPr>
            <a:t> –נשירה.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3909975" y="2217"/>
        <a:ext cx="2695649" cy="1617389"/>
      </dsp:txXfrm>
    </dsp:sp>
    <dsp:sp modelId="{864A164E-635A-4932-819B-F2E91B2B5738}">
      <dsp:nvSpPr>
        <dsp:cNvPr id="0" name=""/>
        <dsp:cNvSpPr/>
      </dsp:nvSpPr>
      <dsp:spPr>
        <a:xfrm>
          <a:off x="1899613" y="1617806"/>
          <a:ext cx="6673834" cy="591616"/>
        </a:xfrm>
        <a:custGeom>
          <a:avLst/>
          <a:gdLst/>
          <a:ahLst/>
          <a:cxnLst/>
          <a:rect l="0" t="0" r="0" b="0"/>
          <a:pathLst>
            <a:path>
              <a:moveTo>
                <a:pt x="6673834" y="0"/>
              </a:moveTo>
              <a:lnTo>
                <a:pt x="6673834" y="312908"/>
              </a:lnTo>
              <a:lnTo>
                <a:pt x="0" y="312908"/>
              </a:lnTo>
              <a:lnTo>
                <a:pt x="0" y="591616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68961" y="1910515"/>
        <a:ext cx="335138" cy="6199"/>
      </dsp:txXfrm>
    </dsp:sp>
    <dsp:sp modelId="{CA27AC78-59EE-4B26-A1E4-74547C4702CC}">
      <dsp:nvSpPr>
        <dsp:cNvPr id="0" name=""/>
        <dsp:cNvSpPr/>
      </dsp:nvSpPr>
      <dsp:spPr>
        <a:xfrm>
          <a:off x="7225624" y="2217"/>
          <a:ext cx="2695649" cy="161738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0" i="0" kern="1200" baseline="0" dirty="0">
              <a:solidFill>
                <a:schemeClr val="tx1"/>
              </a:solidFill>
            </a:rPr>
            <a:t>2.מהי בעצם נשירת שיער? ומה ההבדל בין נשירה טבעית ולא טבעית?  </a:t>
          </a:r>
          <a:endParaRPr lang="en-US" sz="18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400" b="0" i="0" kern="1200" baseline="0" dirty="0">
              <a:solidFill>
                <a:schemeClr val="tx1"/>
              </a:solidFill>
            </a:rPr>
            <a:t>טבעית עד כ-100 שערות ביום ולא טבעית נשירה חריגה.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7225624" y="2217"/>
        <a:ext cx="2695649" cy="1617389"/>
      </dsp:txXfrm>
    </dsp:sp>
    <dsp:sp modelId="{D40E95DF-8908-44A9-8D12-C6B2435CDBA1}">
      <dsp:nvSpPr>
        <dsp:cNvPr id="0" name=""/>
        <dsp:cNvSpPr/>
      </dsp:nvSpPr>
      <dsp:spPr>
        <a:xfrm>
          <a:off x="3245638" y="3004798"/>
          <a:ext cx="63040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0400" y="45720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544313" y="3047418"/>
        <a:ext cx="33050" cy="6199"/>
      </dsp:txXfrm>
    </dsp:sp>
    <dsp:sp modelId="{EA57B373-425E-4553-A1FF-DD54C3AE88E3}">
      <dsp:nvSpPr>
        <dsp:cNvPr id="0" name=""/>
        <dsp:cNvSpPr/>
      </dsp:nvSpPr>
      <dsp:spPr>
        <a:xfrm>
          <a:off x="551789" y="2241823"/>
          <a:ext cx="2695649" cy="161738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0" i="0" kern="1200" baseline="0" dirty="0">
              <a:solidFill>
                <a:schemeClr val="tx1"/>
              </a:solidFill>
            </a:rPr>
            <a:t>3.מה ההבדל בין נשירת שיער לקריעת שיער? </a:t>
          </a:r>
          <a:endParaRPr lang="en-US" sz="18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400" b="0" i="0" kern="1200" baseline="0" dirty="0">
              <a:solidFill>
                <a:schemeClr val="tx1"/>
              </a:solidFill>
            </a:rPr>
            <a:t>נשירה מהשורש קריעה לא</a:t>
          </a:r>
          <a:r>
            <a:rPr lang="he-IL" sz="1400" b="0" i="0" kern="1200" baseline="0" dirty="0"/>
            <a:t>.</a:t>
          </a:r>
          <a:endParaRPr lang="en-US" sz="1400" kern="1200" dirty="0"/>
        </a:p>
      </dsp:txBody>
      <dsp:txXfrm>
        <a:off x="551789" y="2241823"/>
        <a:ext cx="2695649" cy="1617389"/>
      </dsp:txXfrm>
    </dsp:sp>
    <dsp:sp modelId="{E988DF64-7EE1-4A4F-8774-8AF8F75FB0BD}">
      <dsp:nvSpPr>
        <dsp:cNvPr id="0" name=""/>
        <dsp:cNvSpPr/>
      </dsp:nvSpPr>
      <dsp:spPr>
        <a:xfrm>
          <a:off x="3908438" y="2241823"/>
          <a:ext cx="2695649" cy="161738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2089" tIns="138651" rIns="132089" bIns="138651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0" i="0" kern="1200" baseline="0" dirty="0">
              <a:solidFill>
                <a:schemeClr val="tx1"/>
              </a:solidFill>
            </a:rPr>
            <a:t>4. מהן הסיבות העיקריות לנשירת שיער, ואף חקרנו בנושא ...</a:t>
          </a:r>
          <a:endParaRPr lang="en-US" sz="1800" kern="1200" dirty="0">
            <a:solidFill>
              <a:schemeClr val="tx1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he-IL" sz="1400" b="0" i="0" kern="1200" baseline="0" dirty="0">
              <a:solidFill>
                <a:schemeClr val="tx1"/>
              </a:solidFill>
            </a:rPr>
            <a:t>מצב נפשי, גנטיקה, נשירה הורמונלית מחלות ותרופות.</a:t>
          </a:r>
          <a:endParaRPr lang="en-US" sz="1400" kern="1200" dirty="0">
            <a:solidFill>
              <a:schemeClr val="tx1"/>
            </a:solidFill>
          </a:endParaRPr>
        </a:p>
      </dsp:txBody>
      <dsp:txXfrm>
        <a:off x="3908438" y="2241823"/>
        <a:ext cx="2695649" cy="161738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8C4332-0D0E-4721-A52E-3FCAD4110F37}">
      <dsp:nvSpPr>
        <dsp:cNvPr id="0" name=""/>
        <dsp:cNvSpPr/>
      </dsp:nvSpPr>
      <dsp:spPr>
        <a:xfrm>
          <a:off x="0" y="92530"/>
          <a:ext cx="6291714" cy="102535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900" b="0" i="0" kern="1200" baseline="0" dirty="0">
              <a:solidFill>
                <a:schemeClr val="tx1"/>
              </a:solidFill>
            </a:rPr>
            <a:t>שימוש בחומרי עיצוב ותרסיסים לשיער אינם גורמים לנשירה 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50054" y="142584"/>
        <a:ext cx="6191606" cy="925250"/>
      </dsp:txXfrm>
    </dsp:sp>
    <dsp:sp modelId="{144CAEFE-4510-4A2F-9EDF-D531F56FDFC0}">
      <dsp:nvSpPr>
        <dsp:cNvPr id="0" name=""/>
        <dsp:cNvSpPr/>
      </dsp:nvSpPr>
      <dsp:spPr>
        <a:xfrm>
          <a:off x="0" y="1172609"/>
          <a:ext cx="6291714" cy="1025358"/>
        </a:xfrm>
        <a:prstGeom prst="roundRect">
          <a:avLst/>
        </a:prstGeom>
        <a:solidFill>
          <a:schemeClr val="accent2">
            <a:hueOff val="209694"/>
            <a:satOff val="-1981"/>
            <a:lumOff val="-205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900" b="0" i="0" kern="1200" baseline="0" dirty="0">
              <a:solidFill>
                <a:schemeClr val="tx1"/>
              </a:solidFill>
            </a:rPr>
            <a:t>חפיפת שיער מרובה אינה גורמת לנשירת שיער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50054" y="1222663"/>
        <a:ext cx="6191606" cy="925250"/>
      </dsp:txXfrm>
    </dsp:sp>
    <dsp:sp modelId="{26AF36F5-CFB0-4C57-9C48-B41C84396080}">
      <dsp:nvSpPr>
        <dsp:cNvPr id="0" name=""/>
        <dsp:cNvSpPr/>
      </dsp:nvSpPr>
      <dsp:spPr>
        <a:xfrm>
          <a:off x="0" y="2252688"/>
          <a:ext cx="6291714" cy="1025358"/>
        </a:xfrm>
        <a:prstGeom prst="roundRect">
          <a:avLst/>
        </a:prstGeom>
        <a:solidFill>
          <a:schemeClr val="accent2">
            <a:hueOff val="419388"/>
            <a:satOff val="-3962"/>
            <a:lumOff val="-411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900" b="0" i="0" kern="1200" baseline="0" dirty="0">
              <a:solidFill>
                <a:schemeClr val="tx1"/>
              </a:solidFill>
            </a:rPr>
            <a:t>חבישת כובע אינה גורמת לנשירה לעומת זאת חבישת כיסויי שיער הדוקים ואיסוף השיער בהידוק למשך זמן ארוך יכולים לגרום לנשירת שיער ומחלות עור.</a:t>
          </a:r>
          <a:endParaRPr lang="en-US" sz="1900" kern="1200" dirty="0">
            <a:solidFill>
              <a:schemeClr val="tx1"/>
            </a:solidFill>
          </a:endParaRPr>
        </a:p>
      </dsp:txBody>
      <dsp:txXfrm>
        <a:off x="50054" y="2302742"/>
        <a:ext cx="6191606" cy="925250"/>
      </dsp:txXfrm>
    </dsp:sp>
    <dsp:sp modelId="{4512A993-6D99-46C5-AAD7-41A81D533398}">
      <dsp:nvSpPr>
        <dsp:cNvPr id="0" name=""/>
        <dsp:cNvSpPr/>
      </dsp:nvSpPr>
      <dsp:spPr>
        <a:xfrm>
          <a:off x="0" y="3332766"/>
          <a:ext cx="6291714" cy="1025358"/>
        </a:xfrm>
        <a:prstGeom prst="roundRect">
          <a:avLst/>
        </a:prstGeom>
        <a:solidFill>
          <a:schemeClr val="accent2">
            <a:hueOff val="629081"/>
            <a:satOff val="-5942"/>
            <a:lumOff val="-617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900" b="0" i="0" kern="1200" baseline="0" dirty="0">
              <a:solidFill>
                <a:schemeClr val="tx1"/>
              </a:solidFill>
            </a:rPr>
            <a:t>סירוק, יבוש או צביעת שיער אינם גורמים לנשירת שיער </a:t>
          </a:r>
          <a:r>
            <a:rPr lang="he-IL" sz="1900" b="0" i="0" kern="1200" baseline="0" dirty="0"/>
            <a:t>.</a:t>
          </a:r>
          <a:endParaRPr lang="en-US" sz="1900" kern="1200" dirty="0"/>
        </a:p>
      </dsp:txBody>
      <dsp:txXfrm>
        <a:off x="50054" y="3382820"/>
        <a:ext cx="6191606" cy="925250"/>
      </dsp:txXfrm>
    </dsp:sp>
    <dsp:sp modelId="{03F9D6D9-E485-4172-B513-009B6C638E10}">
      <dsp:nvSpPr>
        <dsp:cNvPr id="0" name=""/>
        <dsp:cNvSpPr/>
      </dsp:nvSpPr>
      <dsp:spPr>
        <a:xfrm>
          <a:off x="0" y="4412845"/>
          <a:ext cx="6291714" cy="1025358"/>
        </a:xfrm>
        <a:prstGeom prst="roundRect">
          <a:avLst/>
        </a:prstGeom>
        <a:solidFill>
          <a:schemeClr val="accent2">
            <a:hueOff val="838775"/>
            <a:satOff val="-7923"/>
            <a:lumOff val="-82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900" b="0" i="0" kern="1200" baseline="0" dirty="0">
              <a:solidFill>
                <a:schemeClr val="tx1"/>
              </a:solidFill>
            </a:rPr>
            <a:t>תספורות תכופות לא מונעות נשירה </a:t>
          </a:r>
          <a:r>
            <a:rPr lang="he-IL" sz="1900" b="0" i="0" kern="1200" baseline="0" dirty="0"/>
            <a:t>.</a:t>
          </a:r>
          <a:endParaRPr lang="en-US" sz="1900" kern="1200" dirty="0"/>
        </a:p>
      </dsp:txBody>
      <dsp:txXfrm>
        <a:off x="50054" y="4462899"/>
        <a:ext cx="6191606" cy="925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938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659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5432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043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64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751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0351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085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7435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3242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8/24/2020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222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8/24/2020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857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64" r:id="rId5"/>
    <p:sldLayoutId id="2147483758" r:id="rId6"/>
    <p:sldLayoutId id="2147483759" r:id="rId7"/>
    <p:sldLayoutId id="2147483760" r:id="rId8"/>
    <p:sldLayoutId id="2147483763" r:id="rId9"/>
    <p:sldLayoutId id="2147483761" r:id="rId10"/>
    <p:sldLayoutId id="21474837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3">
            <a:extLst>
              <a:ext uri="{FF2B5EF4-FFF2-40B4-BE49-F238E27FC236}">
                <a16:creationId xmlns:a16="http://schemas.microsoft.com/office/drawing/2014/main" id="{B9651FA3-B4A1-4E98-9B71-4CF82087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כותרת 1">
            <a:extLst>
              <a:ext uri="{FF2B5EF4-FFF2-40B4-BE49-F238E27FC236}">
                <a16:creationId xmlns:a16="http://schemas.microsoft.com/office/drawing/2014/main" id="{43CE1A20-B722-4729-8547-2686E8A8D2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308346"/>
            <a:ext cx="5334930" cy="269981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 err="1">
                <a:latin typeface="David" panose="020E0502060401010101" pitchFamily="34" charset="-79"/>
                <a:cs typeface="David" panose="020E0502060401010101" pitchFamily="34" charset="-79"/>
              </a:rPr>
              <a:t>מחזוריות</a:t>
            </a: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dirty="0" err="1">
                <a:latin typeface="David" panose="020E0502060401010101" pitchFamily="34" charset="-79"/>
                <a:cs typeface="David" panose="020E0502060401010101" pitchFamily="34" charset="-79"/>
              </a:rPr>
              <a:t>צמיחת</a:t>
            </a: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dirty="0" err="1">
                <a:latin typeface="David" panose="020E0502060401010101" pitchFamily="34" charset="-79"/>
                <a:cs typeface="David" panose="020E0502060401010101" pitchFamily="34" charset="-79"/>
              </a:rPr>
              <a:t>השיערה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-</a:t>
            </a:r>
            <a:b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</a:br>
            <a:r>
              <a:rPr lang="en-US" dirty="0" err="1">
                <a:latin typeface="David" panose="020E0502060401010101" pitchFamily="34" charset="-79"/>
                <a:cs typeface="David" panose="020E0502060401010101" pitchFamily="34" charset="-79"/>
              </a:rPr>
              <a:t>נשירת</a:t>
            </a: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en-US" dirty="0" err="1">
                <a:latin typeface="David" panose="020E0502060401010101" pitchFamily="34" charset="-79"/>
                <a:cs typeface="David" panose="020E0502060401010101" pitchFamily="34" charset="-79"/>
              </a:rPr>
              <a:t>שיער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694F575-870D-4C5D-9C69-282DB3377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5" y="3849844"/>
            <a:ext cx="5334931" cy="2699811"/>
          </a:xfrm>
        </p:spPr>
        <p:txBody>
          <a:bodyPr>
            <a:normAutofit/>
          </a:bodyPr>
          <a:lstStyle/>
          <a:p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מתוך יחידת הלימוד- " תורת השיער"</a:t>
            </a:r>
          </a:p>
          <a:p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יחידת הלימוד הקודמת היא - " תורת העור"</a:t>
            </a:r>
          </a:p>
          <a:p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אוגוסט תש"פ 2020</a:t>
            </a:r>
          </a:p>
          <a:p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טלי דקר </a:t>
            </a: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1" name="Freeform: Shape 25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03994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C5CE337-36A5-4928-A98A-45E36C1E0B5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3251"/>
          <a:stretch/>
        </p:blipFill>
        <p:spPr>
          <a:xfrm>
            <a:off x="6595884" y="57974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7121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17B9E5B-3167-45C5-A7BB-74298301B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3321" y="616689"/>
            <a:ext cx="7783032" cy="1148316"/>
          </a:xfrm>
        </p:spPr>
        <p:txBody>
          <a:bodyPr>
            <a:noAutofit/>
          </a:bodyPr>
          <a:lstStyle/>
          <a:p>
            <a:r>
              <a:rPr lang="he-IL" sz="9600" dirty="0">
                <a:solidFill>
                  <a:schemeClr val="accent6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מטרות השיעור</a:t>
            </a:r>
            <a:br>
              <a:rPr lang="he-IL" dirty="0">
                <a:solidFill>
                  <a:schemeClr val="accent6">
                    <a:lumMod val="75000"/>
                  </a:schemeClr>
                </a:solidFill>
              </a:rPr>
            </a:br>
            <a:endParaRPr lang="he-IL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4" name="מציין מיקום תוכן 2">
            <a:extLst>
              <a:ext uri="{FF2B5EF4-FFF2-40B4-BE49-F238E27FC236}">
                <a16:creationId xmlns:a16="http://schemas.microsoft.com/office/drawing/2014/main" id="{675A20A9-1D7C-4B3B-8853-75182A84C0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84118545"/>
              </p:ext>
            </p:extLst>
          </p:nvPr>
        </p:nvGraphicFramePr>
        <p:xfrm>
          <a:off x="5908512" y="2102845"/>
          <a:ext cx="5029200" cy="4138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277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930EBA3-4D2E-42E8-B828-834555328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E58B2195-5055-402F-A3E7-53FF0E4980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5836" y="775849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3A6822C-0A65-4547-9C47-21C5848DC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12" y="189711"/>
            <a:ext cx="9190115" cy="9750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פתיחת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0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השיעור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מציין מיקום תוכן 2">
            <a:extLst>
              <a:ext uri="{FF2B5EF4-FFF2-40B4-BE49-F238E27FC236}">
                <a16:creationId xmlns:a16="http://schemas.microsoft.com/office/drawing/2014/main" id="{9636917B-683B-4F78-98E0-36E695822D3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997302" y="1095398"/>
            <a:ext cx="6914512" cy="6692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rtl="0">
              <a:buNone/>
            </a:pP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מהו לדעתכם אורך חייה של השערה? </a:t>
            </a:r>
            <a:r>
              <a:rPr lang="en-US" sz="3600" dirty="0">
                <a:latin typeface="David" panose="020E0502060401010101" pitchFamily="34" charset="-79"/>
                <a:cs typeface="David" panose="020E0502060401010101" pitchFamily="34" charset="-79"/>
              </a:rPr>
              <a:t>.</a:t>
            </a:r>
            <a:r>
              <a:rPr lang="en-US" sz="3600" kern="1200" dirty="0">
                <a:solidFill>
                  <a:schemeClr val="tx1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1</a:t>
            </a:r>
          </a:p>
        </p:txBody>
      </p:sp>
      <p:pic>
        <p:nvPicPr>
          <p:cNvPr id="23" name="תמונה 22" descr="תמונה שמכילה ישיבה, מביט, שוכב, לובש&#10;&#10;התיאור נוצר באופן אוטומטי">
            <a:extLst>
              <a:ext uri="{FF2B5EF4-FFF2-40B4-BE49-F238E27FC236}">
                <a16:creationId xmlns:a16="http://schemas.microsoft.com/office/drawing/2014/main" id="{899E7D99-8463-441F-81B2-719FCCCE2E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859" r="19141" b="1"/>
          <a:stretch/>
        </p:blipFill>
        <p:spPr>
          <a:xfrm>
            <a:off x="0" y="1217850"/>
            <a:ext cx="5136365" cy="5136312"/>
          </a:xfrm>
          <a:custGeom>
            <a:avLst/>
            <a:gdLst/>
            <a:ahLst/>
            <a:cxnLst/>
            <a:rect l="l" t="t" r="r" b="b"/>
            <a:pathLst>
              <a:path w="6094252" h="6857998">
                <a:moveTo>
                  <a:pt x="0" y="0"/>
                </a:moveTo>
                <a:lnTo>
                  <a:pt x="5898122" y="0"/>
                </a:lnTo>
                <a:cubicBezTo>
                  <a:pt x="6006442" y="0"/>
                  <a:pt x="6094252" y="87810"/>
                  <a:pt x="6094252" y="196130"/>
                </a:cubicBezTo>
                <a:lnTo>
                  <a:pt x="6094252" y="6661869"/>
                </a:lnTo>
                <a:cubicBezTo>
                  <a:pt x="6094252" y="6756649"/>
                  <a:pt x="6027023" y="6835726"/>
                  <a:pt x="5937649" y="6854015"/>
                </a:cubicBezTo>
                <a:lnTo>
                  <a:pt x="5898132" y="6857998"/>
                </a:lnTo>
                <a:lnTo>
                  <a:pt x="0" y="6857998"/>
                </a:lnTo>
                <a:close/>
              </a:path>
            </a:pathLst>
          </a:cu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528AA953-F4F9-4DC5-97C7-491F4AF93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97079" y="5607717"/>
            <a:ext cx="513442" cy="49951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21836108-748F-4394-A7B4-364755E7B1D4}"/>
              </a:ext>
            </a:extLst>
          </p:cNvPr>
          <p:cNvSpPr txBox="1">
            <a:spLocks/>
          </p:cNvSpPr>
          <p:nvPr/>
        </p:nvSpPr>
        <p:spPr>
          <a:xfrm>
            <a:off x="1255539" y="1628987"/>
            <a:ext cx="10656275" cy="5941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    כ-3 שנים.</a:t>
            </a:r>
          </a:p>
        </p:txBody>
      </p:sp>
      <p:sp>
        <p:nvSpPr>
          <p:cNvPr id="11" name="מציין מיקום תוכן 2">
            <a:extLst>
              <a:ext uri="{FF2B5EF4-FFF2-40B4-BE49-F238E27FC236}">
                <a16:creationId xmlns:a16="http://schemas.microsoft.com/office/drawing/2014/main" id="{B10E6BC6-DACC-4B29-A5B2-99BE07C1EFAB}"/>
              </a:ext>
            </a:extLst>
          </p:cNvPr>
          <p:cNvSpPr txBox="1">
            <a:spLocks/>
          </p:cNvSpPr>
          <p:nvPr/>
        </p:nvSpPr>
        <p:spPr>
          <a:xfrm>
            <a:off x="5194852" y="2017875"/>
            <a:ext cx="6716962" cy="922541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2.מהי לדעתכם כמות השיער ההגיונית\ טבעית שנושרת ביום?</a:t>
            </a:r>
          </a:p>
        </p:txBody>
      </p:sp>
      <p:sp>
        <p:nvSpPr>
          <p:cNvPr id="13" name="מציין מיקום תוכן 2">
            <a:extLst>
              <a:ext uri="{FF2B5EF4-FFF2-40B4-BE49-F238E27FC236}">
                <a16:creationId xmlns:a16="http://schemas.microsoft.com/office/drawing/2014/main" id="{B7B22962-B25B-491C-A152-AF84D9CB385C}"/>
              </a:ext>
            </a:extLst>
          </p:cNvPr>
          <p:cNvSpPr txBox="1">
            <a:spLocks/>
          </p:cNvSpPr>
          <p:nvPr/>
        </p:nvSpPr>
        <p:spPr>
          <a:xfrm rot="10800000" flipV="1">
            <a:off x="1777214" y="2980604"/>
            <a:ext cx="10210796" cy="1159227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     בין 60 ל-100 שערות. </a:t>
            </a:r>
          </a:p>
        </p:txBody>
      </p:sp>
      <p:sp>
        <p:nvSpPr>
          <p:cNvPr id="15" name="מציין מיקום תוכן 2">
            <a:extLst>
              <a:ext uri="{FF2B5EF4-FFF2-40B4-BE49-F238E27FC236}">
                <a16:creationId xmlns:a16="http://schemas.microsoft.com/office/drawing/2014/main" id="{47FD2584-2AEE-4C98-B9A9-98BF2A221A3B}"/>
              </a:ext>
            </a:extLst>
          </p:cNvPr>
          <p:cNvSpPr txBox="1">
            <a:spLocks/>
          </p:cNvSpPr>
          <p:nvPr/>
        </p:nvSpPr>
        <p:spPr>
          <a:xfrm>
            <a:off x="5136364" y="3600366"/>
            <a:ext cx="6851646" cy="1043303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3.מהו האורך של צמיחת השערה לחודש אחד?</a:t>
            </a:r>
          </a:p>
        </p:txBody>
      </p:sp>
      <p:sp>
        <p:nvSpPr>
          <p:cNvPr id="17" name="מציין מיקום תוכן 2">
            <a:extLst>
              <a:ext uri="{FF2B5EF4-FFF2-40B4-BE49-F238E27FC236}">
                <a16:creationId xmlns:a16="http://schemas.microsoft.com/office/drawing/2014/main" id="{8BC1CB1C-CBE8-42FD-BE20-F4729AB98998}"/>
              </a:ext>
            </a:extLst>
          </p:cNvPr>
          <p:cNvSpPr txBox="1">
            <a:spLocks/>
          </p:cNvSpPr>
          <p:nvPr/>
        </p:nvSpPr>
        <p:spPr>
          <a:xfrm>
            <a:off x="980016" y="4471128"/>
            <a:ext cx="10656275" cy="221796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   1-2 סנטימטר בחודש.</a:t>
            </a:r>
          </a:p>
        </p:txBody>
      </p:sp>
      <p:sp>
        <p:nvSpPr>
          <p:cNvPr id="19" name="מציין מיקום תוכן 2">
            <a:extLst>
              <a:ext uri="{FF2B5EF4-FFF2-40B4-BE49-F238E27FC236}">
                <a16:creationId xmlns:a16="http://schemas.microsoft.com/office/drawing/2014/main" id="{C01DA518-F077-49C8-9CCF-AE533791BC55}"/>
              </a:ext>
            </a:extLst>
          </p:cNvPr>
          <p:cNvSpPr txBox="1">
            <a:spLocks/>
          </p:cNvSpPr>
          <p:nvPr/>
        </p:nvSpPr>
        <p:spPr>
          <a:xfrm>
            <a:off x="5194852" y="5042504"/>
            <a:ext cx="6793158" cy="322492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4. האם לדעתכם כל נשירת שיער היא מקור לדאגה?</a:t>
            </a:r>
          </a:p>
        </p:txBody>
      </p:sp>
      <p:sp>
        <p:nvSpPr>
          <p:cNvPr id="21" name="מציין מיקום תוכן 2">
            <a:extLst>
              <a:ext uri="{FF2B5EF4-FFF2-40B4-BE49-F238E27FC236}">
                <a16:creationId xmlns:a16="http://schemas.microsoft.com/office/drawing/2014/main" id="{3AF4A99E-A6D8-4F81-ADCC-D069DE7EDFA8}"/>
              </a:ext>
            </a:extLst>
          </p:cNvPr>
          <p:cNvSpPr txBox="1">
            <a:spLocks/>
          </p:cNvSpPr>
          <p:nvPr/>
        </p:nvSpPr>
        <p:spPr>
          <a:xfrm>
            <a:off x="1701019" y="6107230"/>
            <a:ext cx="10210795" cy="520301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3600" dirty="0">
                <a:latin typeface="David" panose="020E0502060401010101" pitchFamily="34" charset="-79"/>
                <a:cs typeface="David" panose="020E0502060401010101" pitchFamily="34" charset="-79"/>
              </a:rPr>
              <a:t>      לא.</a:t>
            </a:r>
          </a:p>
        </p:txBody>
      </p:sp>
    </p:spTree>
    <p:extLst>
      <p:ext uri="{BB962C8B-B14F-4D97-AF65-F5344CB8AC3E}">
        <p14:creationId xmlns:p14="http://schemas.microsoft.com/office/powerpoint/2010/main" val="229452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DF90003-25ED-4E77-8182-B92EE9B3E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668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he-IL" sz="6000" dirty="0">
                <a:solidFill>
                  <a:schemeClr val="accent2">
                    <a:lumMod val="75000"/>
                  </a:schemeClr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שלבי צמיחת השיערה:</a:t>
            </a:r>
            <a:br>
              <a:rPr lang="he-IL" sz="4400" dirty="0">
                <a:solidFill>
                  <a:schemeClr val="accent2">
                    <a:lumMod val="75000"/>
                  </a:schemeClr>
                </a:solidFill>
              </a:rPr>
            </a:br>
            <a:endParaRPr lang="he-IL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816DB37E-F7C4-4C85-AFCA-BC33BC4498DE}"/>
              </a:ext>
            </a:extLst>
          </p:cNvPr>
          <p:cNvSpPr txBox="1">
            <a:spLocks/>
          </p:cNvSpPr>
          <p:nvPr/>
        </p:nvSpPr>
        <p:spPr>
          <a:xfrm>
            <a:off x="838200" y="2560320"/>
            <a:ext cx="10836350" cy="35002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200000"/>
              </a:lnSpc>
              <a:buFont typeface="Arial" panose="020B0604020202020204" pitchFamily="34" charset="0"/>
              <a:buNone/>
            </a:pPr>
            <a:r>
              <a:rPr lang="he-IL"/>
              <a:t>שלב הצמיחה נמשך כ- 3 שנים. ( הזמן משתנה מאדם לאדם ותלוי בגורמים רבים כגון : גיל, מצב בריאותי, מוצא, השפעה גנטית וכדומה .) לאחר מכן הוא עובר לשלב המנוחה .</a:t>
            </a:r>
            <a:endParaRPr lang="he-IL" dirty="0"/>
          </a:p>
        </p:txBody>
      </p:sp>
      <p:pic>
        <p:nvPicPr>
          <p:cNvPr id="10" name="מציין מיקום תוכן 9">
            <a:extLst>
              <a:ext uri="{FF2B5EF4-FFF2-40B4-BE49-F238E27FC236}">
                <a16:creationId xmlns:a16="http://schemas.microsoft.com/office/drawing/2014/main" id="{165DFBBD-C23A-45FA-A9FA-2200FEB43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5358" y="1403498"/>
            <a:ext cx="8979192" cy="1156822"/>
          </a:xfrm>
        </p:spPr>
      </p:pic>
    </p:spTree>
    <p:extLst>
      <p:ext uri="{BB962C8B-B14F-4D97-AF65-F5344CB8AC3E}">
        <p14:creationId xmlns:p14="http://schemas.microsoft.com/office/powerpoint/2010/main" val="2414212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10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c 12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6" name="Rectangle 14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16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Freeform: Shape 18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07E4C596-D961-4ED2-BF47-262F16550C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48049" y="757380"/>
            <a:ext cx="8036862" cy="1331934"/>
          </a:xfrm>
          <a:custGeom>
            <a:avLst/>
            <a:gdLst/>
            <a:ahLst/>
            <a:cxnLst/>
            <a:rect l="l" t="t" r="r" b="b"/>
            <a:pathLst>
              <a:path w="4579832" h="5347063">
                <a:moveTo>
                  <a:pt x="106985" y="0"/>
                </a:moveTo>
                <a:lnTo>
                  <a:pt x="4472847" y="0"/>
                </a:lnTo>
                <a:cubicBezTo>
                  <a:pt x="4531933" y="0"/>
                  <a:pt x="4579832" y="47899"/>
                  <a:pt x="4579832" y="106985"/>
                </a:cubicBezTo>
                <a:lnTo>
                  <a:pt x="4579832" y="5240078"/>
                </a:lnTo>
                <a:cubicBezTo>
                  <a:pt x="4579832" y="5299164"/>
                  <a:pt x="4531933" y="5347063"/>
                  <a:pt x="4472847" y="5347063"/>
                </a:cubicBezTo>
                <a:lnTo>
                  <a:pt x="106985" y="5347063"/>
                </a:lnTo>
                <a:cubicBezTo>
                  <a:pt x="47899" y="5347063"/>
                  <a:pt x="0" y="5299164"/>
                  <a:pt x="0" y="5240078"/>
                </a:cubicBezTo>
                <a:lnTo>
                  <a:pt x="0" y="106985"/>
                </a:lnTo>
                <a:cubicBezTo>
                  <a:pt x="0" y="47899"/>
                  <a:pt x="47899" y="0"/>
                  <a:pt x="106985" y="0"/>
                </a:cubicBezTo>
                <a:close/>
              </a:path>
            </a:pathLst>
          </a:custGeom>
        </p:spPr>
      </p:pic>
      <p:sp>
        <p:nvSpPr>
          <p:cNvPr id="39" name="Freeform: Shape 20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Freeform: Shape 2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Freeform: Shape 24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Freeform: Shape 26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מציין מיקום תוכן 2">
            <a:extLst>
              <a:ext uri="{FF2B5EF4-FFF2-40B4-BE49-F238E27FC236}">
                <a16:creationId xmlns:a16="http://schemas.microsoft.com/office/drawing/2014/main" id="{77B64BF6-4C73-4D0A-B66C-45B141A32CE1}"/>
              </a:ext>
            </a:extLst>
          </p:cNvPr>
          <p:cNvSpPr txBox="1">
            <a:spLocks/>
          </p:cNvSpPr>
          <p:nvPr/>
        </p:nvSpPr>
        <p:spPr>
          <a:xfrm>
            <a:off x="838200" y="2255684"/>
            <a:ext cx="10626969" cy="3413596"/>
          </a:xfrm>
          <a:prstGeom prst="rect">
            <a:avLst/>
          </a:prstGeom>
        </p:spPr>
        <p:txBody>
          <a:bodyPr vert="horz" lIns="91440" tIns="45720" rIns="91440" bIns="45720" rtlCol="1">
            <a:normAutofit lnSpcReduction="10000"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2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זהו שלב שבו השיער אינו גדל, אלא נמצא במצב סטאטי במשך שלושה</a:t>
            </a:r>
          </a:p>
          <a:p>
            <a:pPr marL="0" marR="0" lvl="0" indent="0" algn="r" defTabSz="914400" rtl="1" eaLnBrk="1" fontAlgn="auto" latinLnBrk="0" hangingPunct="1">
              <a:lnSpc>
                <a:spcPct val="2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שבועות בשלב זה שורש השיערה מצטמק והיא עולה במעלה הזקיק, כך</a:t>
            </a:r>
          </a:p>
          <a:p>
            <a:pPr marL="0" marR="0" lvl="0" indent="0" algn="r" defTabSz="914400" rtl="1" eaLnBrk="1" fontAlgn="auto" latinLnBrk="0" hangingPunct="1">
              <a:lnSpc>
                <a:spcPct val="2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מתרחקת השיערה מכלי הדם המספקים לה את המזון ומתקדמת לכיוון היציאה, לשלב הנשירה .</a:t>
            </a:r>
          </a:p>
        </p:txBody>
      </p:sp>
    </p:spTree>
    <p:extLst>
      <p:ext uri="{BB962C8B-B14F-4D97-AF65-F5344CB8AC3E}">
        <p14:creationId xmlns:p14="http://schemas.microsoft.com/office/powerpoint/2010/main" val="2342270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5B4C73F-DDDB-4BF1-A216-48E37F002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8316" y="2211571"/>
            <a:ext cx="10205484" cy="3473795"/>
          </a:xfrm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בשלב זה, השיער אינו נושר ביום אחד, אלא עובר תהליך בן שלושה חודשים שרק בסיומו הוא ניתק מהקרקפת . במצב תקין, צומח במקומו שיער חדש .</a:t>
            </a:r>
          </a:p>
          <a:p>
            <a:pPr algn="r"/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37DCC346-DA64-4201-9DDD-C05773783C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2706" y="727179"/>
            <a:ext cx="9571094" cy="1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00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93822F2-5600-45EF-97F9-E7C814029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210" y="591009"/>
            <a:ext cx="6497743" cy="1246376"/>
          </a:xfrm>
        </p:spPr>
        <p:txBody>
          <a:bodyPr>
            <a:normAutofit fontScale="90000"/>
          </a:bodyPr>
          <a:lstStyle/>
          <a:p>
            <a:r>
              <a:rPr lang="he-IL" sz="4800" b="1" dirty="0"/>
              <a:t>אז מהי בעצם נשירת שיער ?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AA854A0-46FB-46ED-B914-74445C7B5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9" y="3429000"/>
            <a:ext cx="5355455" cy="2281230"/>
          </a:xfrm>
        </p:spPr>
        <p:txBody>
          <a:bodyPr anchor="t">
            <a:normAutofit/>
          </a:bodyPr>
          <a:lstStyle/>
          <a:p>
            <a:pPr marL="514350" marR="0" lvl="0" indent="-514350" defTabSz="914400" rtl="1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he-IL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  <a:p>
            <a:endParaRPr lang="he-I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9F4AD1E9-56EE-4D81-AE10-47A7376DB944}"/>
              </a:ext>
            </a:extLst>
          </p:cNvPr>
          <p:cNvSpPr txBox="1"/>
          <p:nvPr/>
        </p:nvSpPr>
        <p:spPr>
          <a:xfrm>
            <a:off x="1548180" y="2062716"/>
            <a:ext cx="308761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48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1</a:t>
            </a:r>
            <a:r>
              <a:rPr lang="he-IL" sz="5400" b="1" dirty="0">
                <a:solidFill>
                  <a:srgbClr val="00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 נ</a:t>
            </a:r>
            <a:r>
              <a:rPr kumimoji="0" lang="he-IL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שירת שיער היא:</a:t>
            </a:r>
            <a:endParaRPr lang="he-IL" sz="5400" b="1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2CD5E414-6E07-4DF7-8231-3DB245AA3FF6}"/>
              </a:ext>
            </a:extLst>
          </p:cNvPr>
          <p:cNvSpPr txBox="1"/>
          <p:nvPr/>
        </p:nvSpPr>
        <p:spPr>
          <a:xfrm>
            <a:off x="6294474" y="1837385"/>
            <a:ext cx="4908882" cy="4385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defTabSz="914400" rtl="1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he-IL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בעיה אסתטית – בה כמות השערות הנושרות מקרקפת הראש באופן טיבעי היא גבוהה מהרגיל </a:t>
            </a:r>
            <a:r>
              <a:rPr kumimoji="0" lang="he-IL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227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E401E34C-BC89-452F-9B9A-0D1633FFA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pPr marL="514350" marR="0" lvl="0" indent="-514350" algn="ctr" defTabSz="914400" rtl="1" eaLnBrk="1" fontAlgn="auto" latinLnBrk="0" hangingPunct="1"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he-IL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2. ההבדל בין נשירת שיער לקריעת שיער היא : </a:t>
            </a:r>
            <a:br>
              <a:rPr kumimoji="0" lang="he-IL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</a:br>
            <a:endParaRPr lang="he-IL" b="1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E29D54A-3D51-4FAF-B8F9-514493500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79"/>
            <a:ext cx="5257799" cy="5260943"/>
          </a:xfrm>
        </p:spPr>
        <p:txBody>
          <a:bodyPr anchor="t">
            <a:normAutofit/>
          </a:bodyPr>
          <a:lstStyle/>
          <a:p>
            <a:pPr marL="228600" marR="0" lvl="0" indent="-228600" algn="ctr" defTabSz="914400" rtl="1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נשירת שיער </a:t>
            </a: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- נפילת השיער מהשורש .</a:t>
            </a:r>
          </a:p>
          <a:p>
            <a:pPr marL="228600" marR="0" lvl="0" indent="-228600" algn="ctr" defTabSz="914400" rtl="1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he-IL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קריעת שיער </a:t>
            </a: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– לא מהשורש . סיבות : קוקו הקשור חזק מידי, ראסטות, פעולות כימיות, שימוש בחום גבוה ...</a:t>
            </a:r>
          </a:p>
          <a:p>
            <a:endParaRPr lang="he-I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370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CDB2F19-F220-4499-AAE1-2B51022D7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959534"/>
            <a:ext cx="5355454" cy="4876115"/>
          </a:xfrm>
        </p:spPr>
        <p:txBody>
          <a:bodyPr anchor="t">
            <a:normAutofit fontScale="92500"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ביום בודד אדם בעל שיער מלא משיר מראשו בין  60-100 ביום שערות ביום, אדם הסובל מנשירה ישיר כמות גדולה יותר של שיער. המונח " נשירה " מתייחס כמעט תמיד לנשירת שיער ראש . בתקופת מעבר  (סתיו ואביב ) תיתכן נשירה מוגברת .</a:t>
            </a:r>
          </a:p>
          <a:p>
            <a:endParaRPr lang="he-I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8D1CA533-5608-40BC-B71B-D9971BDF2BF2}"/>
              </a:ext>
            </a:extLst>
          </p:cNvPr>
          <p:cNvSpPr txBox="1"/>
          <p:nvPr/>
        </p:nvSpPr>
        <p:spPr>
          <a:xfrm>
            <a:off x="1318438" y="1970580"/>
            <a:ext cx="3466214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4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avid" panose="020E0502060401010101" pitchFamily="34" charset="-79"/>
                <a:ea typeface="+mn-ea"/>
                <a:cs typeface="David" panose="020E0502060401010101" pitchFamily="34" charset="-79"/>
              </a:rPr>
              <a:t>3.ההבדל בין נשירת שיער טבעית ללא טבעית :</a:t>
            </a:r>
          </a:p>
        </p:txBody>
      </p:sp>
    </p:spTree>
    <p:extLst>
      <p:ext uri="{BB962C8B-B14F-4D97-AF65-F5344CB8AC3E}">
        <p14:creationId xmlns:p14="http://schemas.microsoft.com/office/powerpoint/2010/main" val="206024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מציין מיקום תוכן 2">
            <a:extLst>
              <a:ext uri="{FF2B5EF4-FFF2-40B4-BE49-F238E27FC236}">
                <a16:creationId xmlns:a16="http://schemas.microsoft.com/office/drawing/2014/main" id="{2FFCC704-6497-4F17-B2D5-B0738EA51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355454" cy="4889350"/>
          </a:xfrm>
        </p:spPr>
        <p:txBody>
          <a:bodyPr anchor="t">
            <a:norm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הסיבות לנשירת שיער הן שונות מאדם לאדם ויכולות לנבוע מהרבה מאוד גורמים. החל מבעיות הקשורות ללחץ נפשי, בעיות בריאות שונות, תזונה לקויה, סטרס ועוד..</a:t>
            </a:r>
          </a:p>
          <a:p>
            <a:pPr marL="0" indent="0">
              <a:lnSpc>
                <a:spcPct val="200000"/>
              </a:lnSpc>
              <a:buNone/>
            </a:pPr>
            <a:endParaRPr lang="he-IL" dirty="0"/>
          </a:p>
        </p:txBody>
      </p:sp>
      <p:sp>
        <p:nvSpPr>
          <p:cNvPr id="27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35CD5178-A596-46A8-AF82-451A4532EF38}"/>
              </a:ext>
            </a:extLst>
          </p:cNvPr>
          <p:cNvSpPr txBox="1"/>
          <p:nvPr/>
        </p:nvSpPr>
        <p:spPr>
          <a:xfrm>
            <a:off x="740546" y="1970580"/>
            <a:ext cx="3852719" cy="2136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he-IL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4. ממה נובעת  נשירת שיער ?</a:t>
            </a:r>
          </a:p>
        </p:txBody>
      </p:sp>
    </p:spTree>
    <p:extLst>
      <p:ext uri="{BB962C8B-B14F-4D97-AF65-F5344CB8AC3E}">
        <p14:creationId xmlns:p14="http://schemas.microsoft.com/office/powerpoint/2010/main" val="520486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8115C0C8-2189-4277-8EAC-B4B75714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916" y="643467"/>
            <a:ext cx="3912782" cy="5571066"/>
          </a:xfrm>
        </p:spPr>
        <p:txBody>
          <a:bodyPr>
            <a:normAutofit/>
          </a:bodyPr>
          <a:lstStyle/>
          <a:p>
            <a:r>
              <a:rPr lang="he-IL" sz="4000" b="1" dirty="0">
                <a:latin typeface="David" panose="020E0502060401010101" pitchFamily="34" charset="-79"/>
                <a:cs typeface="David" panose="020E0502060401010101" pitchFamily="34" charset="-79"/>
              </a:rPr>
              <a:t>ישנם מספר גורמים לנשירת שיער והם :</a:t>
            </a:r>
          </a:p>
        </p:txBody>
      </p:sp>
      <p:graphicFrame>
        <p:nvGraphicFramePr>
          <p:cNvPr id="5" name="מציין מיקום תוכן 2">
            <a:extLst>
              <a:ext uri="{FF2B5EF4-FFF2-40B4-BE49-F238E27FC236}">
                <a16:creationId xmlns:a16="http://schemas.microsoft.com/office/drawing/2014/main" id="{E064F4A3-6D2C-46AC-8A91-67F8AF599C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8113398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706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3362F76B-3988-4D32-A962-A4F4CB88D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kumimoji="0" lang="he-IL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משימה : </a:t>
            </a:r>
            <a:endParaRPr lang="he-IL">
              <a:solidFill>
                <a:srgbClr val="FFFF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15F32BB-FDAA-49F4-AB10-7E274E81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marR="0" lvl="0" indent="0" defTabSz="914400" rtl="1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he-IL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חפשו במרשתת לפחות 2-3 משפטים המסבירים על כל אחת מהגורמים וכתיבתם בדף .זמן מוקצב לביצוע המשימה כ10- דקות . בסוף המשימה תגישו את הדף לקבלת ציון, ואחד שיתנדב יקריא מול חבריו את הסיכום. </a:t>
            </a:r>
          </a:p>
          <a:p>
            <a:endParaRPr lang="he-IL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3351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7E37DD4E-08D9-4EFE-9953-DFD32D614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he-IL">
                <a:latin typeface="David" panose="020E0502060401010101" pitchFamily="34" charset="-79"/>
                <a:cs typeface="David" panose="020E0502060401010101" pitchFamily="34" charset="-79"/>
              </a:rPr>
              <a:t>סיכום השיעור :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graphicFrame>
        <p:nvGraphicFramePr>
          <p:cNvPr id="49" name="מציין מיקום תוכן 2">
            <a:extLst>
              <a:ext uri="{FF2B5EF4-FFF2-40B4-BE49-F238E27FC236}">
                <a16:creationId xmlns:a16="http://schemas.microsoft.com/office/drawing/2014/main" id="{1E81E2CD-50CE-4EFE-B1D2-736C066D5C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393022"/>
              </p:ext>
            </p:extLst>
          </p:nvPr>
        </p:nvGraphicFramePr>
        <p:xfrm>
          <a:off x="838200" y="1825625"/>
          <a:ext cx="10515600" cy="3859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6899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178FAC7-1014-4586-B41D-D4199E19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kumimoji="0" lang="he-IL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David" panose="020E0502060401010101" pitchFamily="34" charset="-79"/>
                <a:cs typeface="David" panose="020E0502060401010101" pitchFamily="34" charset="-79"/>
              </a:rPr>
              <a:t>אסיים בכמה מיתוסים על נשירת שיער..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graphicFrame>
        <p:nvGraphicFramePr>
          <p:cNvPr id="20" name="מציין מיקום תוכן 2">
            <a:extLst>
              <a:ext uri="{FF2B5EF4-FFF2-40B4-BE49-F238E27FC236}">
                <a16:creationId xmlns:a16="http://schemas.microsoft.com/office/drawing/2014/main" id="{7146B792-730D-4A9F-9E3C-8121A08387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3537086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9892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DB304A14-32D0-4873-B914-423ED7B8D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A0DAFFB-5883-400A-A689-377EF2D4B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558" y="1144587"/>
            <a:ext cx="5885459" cy="1651775"/>
          </a:xfrm>
        </p:spPr>
        <p:txBody>
          <a:bodyPr>
            <a:normAutofit/>
          </a:bodyPr>
          <a:lstStyle/>
          <a:p>
            <a:pPr marL="228600" marR="0" lvl="0" indent="-228600" defTabSz="914400" rtl="1" eaLnBrk="1" fontAlgn="auto" latinLnBrk="0" hangingPunct="1">
              <a:spcBef>
                <a:spcPts val="1000"/>
              </a:spcBef>
              <a:spcAft>
                <a:spcPts val="0"/>
              </a:spcAft>
              <a:tabLst/>
              <a:defRPr/>
            </a:pPr>
            <a:r>
              <a:rPr kumimoji="0" lang="he-IL" sz="37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מקווה שנהניתם והחכמתם </a:t>
            </a:r>
            <a:br>
              <a:rPr kumimoji="0" lang="he-IL" sz="3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</a:br>
            <a:endParaRPr lang="he-IL" sz="37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FA941BA-73D1-452D-9976-5A2914E80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520" y="4061637"/>
            <a:ext cx="5141181" cy="211532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sz="6000" b="1" dirty="0"/>
              <a:t>טלי</a:t>
            </a:r>
          </a:p>
          <a:p>
            <a:pPr marL="0" indent="0" algn="ctr">
              <a:buNone/>
            </a:pPr>
            <a:endParaRPr lang="he-IL" sz="6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45920D1-D235-4E5E-8527-963ACA6B9C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43" r="25711" b="2"/>
          <a:stretch/>
        </p:blipFill>
        <p:spPr>
          <a:xfrm>
            <a:off x="6621294" y="1295416"/>
            <a:ext cx="5570706" cy="5562584"/>
          </a:xfrm>
          <a:custGeom>
            <a:avLst/>
            <a:gdLst/>
            <a:ahLst/>
            <a:cxnLst/>
            <a:rect l="l" t="t" r="r" b="b"/>
            <a:pathLst>
              <a:path w="5570706" h="5562584">
                <a:moveTo>
                  <a:pt x="3374687" y="0"/>
                </a:moveTo>
                <a:cubicBezTo>
                  <a:pt x="4190094" y="0"/>
                  <a:pt x="4937956" y="289196"/>
                  <a:pt x="5521301" y="770615"/>
                </a:cubicBezTo>
                <a:lnTo>
                  <a:pt x="5570706" y="815517"/>
                </a:lnTo>
                <a:lnTo>
                  <a:pt x="5570706" y="5562584"/>
                </a:lnTo>
                <a:lnTo>
                  <a:pt x="808135" y="5562584"/>
                </a:lnTo>
                <a:lnTo>
                  <a:pt x="770615" y="5521302"/>
                </a:lnTo>
                <a:cubicBezTo>
                  <a:pt x="289196" y="4937957"/>
                  <a:pt x="0" y="4190095"/>
                  <a:pt x="0" y="3374687"/>
                </a:cubicBezTo>
                <a:cubicBezTo>
                  <a:pt x="0" y="1510899"/>
                  <a:pt x="1510899" y="0"/>
                  <a:pt x="3374687" y="0"/>
                </a:cubicBezTo>
                <a:close/>
              </a:path>
            </a:pathLst>
          </a:cu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1D460C86-854F-4FB3-ABC2-E823D8FEB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3451" y="1656147"/>
            <a:ext cx="546100" cy="546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BB48116A-278A-4CC5-89D3-9DE8E8FF1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4739" y="587516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69899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AccentBoxVTI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623</Words>
  <Application>Microsoft Office PowerPoint</Application>
  <PresentationFormat>מסך רחב</PresentationFormat>
  <Paragraphs>63</Paragraphs>
  <Slides>15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15</vt:i4>
      </vt:variant>
    </vt:vector>
  </HeadingPairs>
  <TitlesOfParts>
    <vt:vector size="21" baseType="lpstr">
      <vt:lpstr>Arial</vt:lpstr>
      <vt:lpstr>Avenir Next LT Pro</vt:lpstr>
      <vt:lpstr>Calibri</vt:lpstr>
      <vt:lpstr>David</vt:lpstr>
      <vt:lpstr>Tw Cen MT</vt:lpstr>
      <vt:lpstr>ShapesVTI</vt:lpstr>
      <vt:lpstr>מחזוריות צמיחת השיערה- נשירת שיער</vt:lpstr>
      <vt:lpstr>מטרות השיעור </vt:lpstr>
      <vt:lpstr>פתיחת השיעור</vt:lpstr>
      <vt:lpstr>שלבי צמיחת השיערה: </vt:lpstr>
      <vt:lpstr>מצגת של PowerPoint‏</vt:lpstr>
      <vt:lpstr>מצגת של PowerPoint‏</vt:lpstr>
      <vt:lpstr>אז מהי בעצם נשירת שיער ?</vt:lpstr>
      <vt:lpstr>2. ההבדל בין נשירת שיער לקריעת שיער היא :  </vt:lpstr>
      <vt:lpstr>מצגת של PowerPoint‏</vt:lpstr>
      <vt:lpstr>מצגת של PowerPoint‏</vt:lpstr>
      <vt:lpstr>ישנם מספר גורמים לנשירת שיער והם :</vt:lpstr>
      <vt:lpstr>משימה : </vt:lpstr>
      <vt:lpstr>סיכום השיעור :</vt:lpstr>
      <vt:lpstr>אסיים בכמה מיתוסים על נשירת שיער..</vt:lpstr>
      <vt:lpstr>מקווה שנהניתם והחכמתם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מחזוריות צמיחת השיערה- נשירת שיער</dc:title>
  <dc:creator>elinor sibony</dc:creator>
  <cp:lastModifiedBy>elinor sibony</cp:lastModifiedBy>
  <cp:revision>1</cp:revision>
  <dcterms:created xsi:type="dcterms:W3CDTF">2020-08-23T23:54:31Z</dcterms:created>
  <dcterms:modified xsi:type="dcterms:W3CDTF">2020-08-24T00:13:20Z</dcterms:modified>
</cp:coreProperties>
</file>