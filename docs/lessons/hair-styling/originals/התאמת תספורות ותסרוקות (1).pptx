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7" r:id="rId2"/>
    <p:sldId id="258" r:id="rId3"/>
    <p:sldId id="262" r:id="rId4"/>
    <p:sldId id="263" r:id="rId5"/>
    <p:sldId id="264" r:id="rId6"/>
    <p:sldId id="265" r:id="rId7"/>
    <p:sldId id="259" r:id="rId8"/>
    <p:sldId id="266" r:id="rId9"/>
  </p:sldIdLst>
  <p:sldSz cx="12192000" cy="6858000"/>
  <p:notesSz cx="6858000" cy="9144000"/>
  <p:defaultTextStyle>
    <a:defPPr algn="r" rtl="1"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49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ke Test User" userId="SID-0" providerId="Test" clId="FakeClientId"/>
    <pc:docChg chg="modSld modMainMaster modNotesMaster modHandout">
      <pc:chgData name="Fake Test User" userId="SID-0" providerId="Test" clId="FakeClientId" dt="2018-12-04T07:27:24.713" v="248" actId="790"/>
      <pc:docMkLst>
        <pc:docMk/>
      </pc:docMkLst>
      <pc:sldChg chg="modSp modNotes">
        <pc:chgData name="Fake Test User" userId="SID-0" providerId="Test" clId="FakeClientId" dt="2018-12-04T07:17:30.090" v="199" actId="120"/>
        <pc:sldMkLst>
          <pc:docMk/>
          <pc:sldMk cId="1756136185" sldId="257"/>
        </pc:sldMkLst>
        <pc:spChg chg="mod">
          <ac:chgData name="Fake Test User" userId="SID-0" providerId="Test" clId="FakeClientId" dt="2018-12-04T07:10:34.163" v="15" actId="790"/>
          <ac:spMkLst>
            <pc:docMk/>
            <pc:sldMk cId="1756136185" sldId="257"/>
            <ac:spMk id="2" creationId="{00000000-0000-0000-0000-000000000000}"/>
          </ac:spMkLst>
        </pc:spChg>
        <pc:spChg chg="mod">
          <ac:chgData name="Fake Test User" userId="SID-0" providerId="Test" clId="FakeClientId" dt="2018-12-04T07:10:34.163" v="15" actId="790"/>
          <ac:spMkLst>
            <pc:docMk/>
            <pc:sldMk cId="1756136185" sldId="257"/>
            <ac:spMk id="3" creationId="{00000000-0000-0000-0000-000000000000}"/>
          </ac:spMkLst>
        </pc:spChg>
      </pc:sldChg>
      <pc:sldChg chg="modSp modNotes">
        <pc:chgData name="Fake Test User" userId="SID-0" providerId="Test" clId="FakeClientId" dt="2018-12-04T07:17:08.185" v="196" actId="120"/>
        <pc:sldMkLst>
          <pc:docMk/>
          <pc:sldMk cId="3432416375" sldId="258"/>
        </pc:sldMkLst>
        <pc:spChg chg="mod">
          <ac:chgData name="Fake Test User" userId="SID-0" providerId="Test" clId="FakeClientId" dt="2018-12-04T07:11:28.504" v="16" actId="790"/>
          <ac:spMkLst>
            <pc:docMk/>
            <pc:sldMk cId="3432416375" sldId="258"/>
            <ac:spMk id="13" creationId="{00000000-0000-0000-0000-000000000000}"/>
          </ac:spMkLst>
        </pc:spChg>
        <pc:spChg chg="mod">
          <ac:chgData name="Fake Test User" userId="SID-0" providerId="Test" clId="FakeClientId" dt="2018-12-04T07:11:28.504" v="16" actId="790"/>
          <ac:spMkLst>
            <pc:docMk/>
            <pc:sldMk cId="3432416375" sldId="258"/>
            <ac:spMk id="14" creationId="{00000000-0000-0000-0000-000000000000}"/>
          </ac:spMkLst>
        </pc:spChg>
      </pc:sldChg>
      <pc:sldChg chg="modSp mod modNotes">
        <pc:chgData name="Fake Test User" userId="SID-0" providerId="Test" clId="FakeClientId" dt="2018-12-04T07:16:44.437" v="193" actId="120"/>
        <pc:sldMkLst>
          <pc:docMk/>
          <pc:sldMk cId="1177092903" sldId="259"/>
        </pc:sldMkLst>
        <pc:graphicFrameChg chg="mod">
          <ac:chgData name="Fake Test User" userId="SID-0" providerId="Test" clId="FakeClientId" dt="2018-12-04T07:06:24.476" v="1" actId="2711"/>
          <ac:graphicFrameMkLst>
            <pc:docMk/>
            <pc:sldMk cId="1177092903" sldId="259"/>
            <ac:graphicFrameMk id="6" creationId="{00000000-0000-0000-0000-000000000000}"/>
          </ac:graphicFrameMkLst>
        </pc:graphicFrameChg>
      </pc:sldChg>
      <pc:sldChg chg="modSp modNotes">
        <pc:chgData name="Fake Test User" userId="SID-0" providerId="Test" clId="FakeClientId" dt="2018-12-04T07:16:24.875" v="190" actId="120"/>
        <pc:sldMkLst>
          <pc:docMk/>
          <pc:sldMk cId="2448389070" sldId="260"/>
        </pc:sldMkLst>
        <pc:spChg chg="mod">
          <ac:chgData name="Fake Test User" userId="SID-0" providerId="Test" clId="FakeClientId" dt="2018-12-04T07:15:18.630" v="183" actId="790"/>
          <ac:spMkLst>
            <pc:docMk/>
            <pc:sldMk cId="2448389070" sldId="260"/>
            <ac:spMk id="2" creationId="{00000000-0000-0000-0000-000000000000}"/>
          </ac:spMkLst>
        </pc:spChg>
        <pc:spChg chg="mod">
          <ac:chgData name="Fake Test User" userId="SID-0" providerId="Test" clId="FakeClientId" dt="2018-12-04T07:15:18.630" v="183" actId="790"/>
          <ac:spMkLst>
            <pc:docMk/>
            <pc:sldMk cId="2448389070" sldId="260"/>
            <ac:spMk id="11" creationId="{00000000-0000-0000-0000-000000000000}"/>
          </ac:spMkLst>
        </pc:spChg>
        <pc:graphicFrameChg chg="modGraphic">
          <ac:chgData name="Fake Test User" userId="SID-0" providerId="Test" clId="FakeClientId" dt="2018-12-04T07:10:20.774" v="13" actId="790"/>
          <ac:graphicFrameMkLst>
            <pc:docMk/>
            <pc:sldMk cId="2448389070" sldId="260"/>
            <ac:graphicFrameMk id="4" creationId="{00000000-0000-0000-0000-000000000000}"/>
          </ac:graphicFrameMkLst>
        </pc:graphicFrameChg>
      </pc:sldChg>
      <pc:sldChg chg="modSp modNotes">
        <pc:chgData name="Fake Test User" userId="SID-0" providerId="Test" clId="FakeClientId" dt="2018-12-04T07:16:16.939" v="189" actId="2711"/>
        <pc:sldMkLst>
          <pc:docMk/>
          <pc:sldMk cId="997282786" sldId="261"/>
        </pc:sldMkLst>
        <pc:graphicFrameChg chg="mod">
          <ac:chgData name="Fake Test User" userId="SID-0" providerId="Test" clId="FakeClientId" dt="2018-12-04T07:13:05.513" v="182"/>
          <ac:graphicFrameMkLst>
            <pc:docMk/>
            <pc:sldMk cId="997282786" sldId="261"/>
            <ac:graphicFrameMk id="9" creationId="{00000000-0000-0000-0000-000000000000}"/>
          </ac:graphicFrameMkLst>
        </pc:graphicFrameChg>
      </pc:sldChg>
      <pc:sldMasterChg chg="modSp modSldLayout">
        <pc:chgData name="Fake Test User" userId="SID-0" providerId="Test" clId="FakeClientId" dt="2018-12-04T07:25:43.407" v="240" actId="790"/>
        <pc:sldMasterMkLst>
          <pc:docMk/>
          <pc:sldMasterMk cId="981562976" sldId="2147483660"/>
        </pc:sldMasterMkLst>
        <pc:spChg chg="mod">
          <ac:chgData name="Fake Test User" userId="SID-0" providerId="Test" clId="FakeClientId" dt="2018-12-04T07:18:07.733" v="200" actId="790"/>
          <ac:spMkLst>
            <pc:docMk/>
            <pc:sldMasterMk cId="981562976" sldId="2147483660"/>
            <ac:spMk id="2" creationId="{00000000-0000-0000-0000-000000000000}"/>
          </ac:spMkLst>
        </pc:spChg>
        <pc:spChg chg="mod">
          <ac:chgData name="Fake Test User" userId="SID-0" providerId="Test" clId="FakeClientId" dt="2018-12-04T07:18:07.733" v="200" actId="790"/>
          <ac:spMkLst>
            <pc:docMk/>
            <pc:sldMasterMk cId="981562976" sldId="2147483660"/>
            <ac:spMk id="3" creationId="{00000000-0000-0000-0000-000000000000}"/>
          </ac:spMkLst>
        </pc:spChg>
        <pc:spChg chg="mod">
          <ac:chgData name="Fake Test User" userId="SID-0" providerId="Test" clId="FakeClientId" dt="2018-12-04T07:18:07.733" v="200" actId="790"/>
          <ac:spMkLst>
            <pc:docMk/>
            <pc:sldMasterMk cId="981562976" sldId="2147483660"/>
            <ac:spMk id="4" creationId="{00000000-0000-0000-0000-000000000000}"/>
          </ac:spMkLst>
        </pc:spChg>
        <pc:spChg chg="mod">
          <ac:chgData name="Fake Test User" userId="SID-0" providerId="Test" clId="FakeClientId" dt="2018-12-04T07:18:07.733" v="200" actId="790"/>
          <ac:spMkLst>
            <pc:docMk/>
            <pc:sldMasterMk cId="981562976" sldId="2147483660"/>
            <ac:spMk id="5" creationId="{00000000-0000-0000-0000-000000000000}"/>
          </ac:spMkLst>
        </pc:spChg>
        <pc:spChg chg="mod">
          <ac:chgData name="Fake Test User" userId="SID-0" providerId="Test" clId="FakeClientId" dt="2018-12-04T07:18:32.372" v="201" actId="120"/>
          <ac:spMkLst>
            <pc:docMk/>
            <pc:sldMasterMk cId="981562976" sldId="2147483660"/>
            <ac:spMk id="6" creationId="{00000000-0000-0000-0000-000000000000}"/>
          </ac:spMkLst>
        </pc:spChg>
        <pc:sldLayoutChg chg="modSp">
          <pc:chgData name="Fake Test User" userId="SID-0" providerId="Test" clId="FakeClientId" dt="2018-12-04T07:19:36.821" v="208" actId="790"/>
          <pc:sldLayoutMkLst>
            <pc:docMk/>
            <pc:sldMasterMk cId="981562976" sldId="2147483660"/>
            <pc:sldLayoutMk cId="2483261190" sldId="2147483661"/>
          </pc:sldLayoutMkLst>
          <pc:spChg chg="mod">
            <ac:chgData name="Fake Test User" userId="SID-0" providerId="Test" clId="FakeClientId" dt="2018-12-04T07:19:36.821" v="208" actId="790"/>
            <ac:spMkLst>
              <pc:docMk/>
              <pc:sldMasterMk cId="981562976" sldId="2147483660"/>
              <pc:sldLayoutMk cId="2483261190" sldId="2147483661"/>
              <ac:spMk id="2" creationId="{00000000-0000-0000-0000-000000000000}"/>
            </ac:spMkLst>
          </pc:spChg>
          <pc:spChg chg="mod">
            <ac:chgData name="Fake Test User" userId="SID-0" providerId="Test" clId="FakeClientId" dt="2018-12-04T07:19:36.821" v="208" actId="790"/>
            <ac:spMkLst>
              <pc:docMk/>
              <pc:sldMasterMk cId="981562976" sldId="2147483660"/>
              <pc:sldLayoutMk cId="2483261190" sldId="2147483661"/>
              <ac:spMk id="3" creationId="{00000000-0000-0000-0000-000000000000}"/>
            </ac:spMkLst>
          </pc:spChg>
          <pc:spChg chg="mod">
            <ac:chgData name="Fake Test User" userId="SID-0" providerId="Test" clId="FakeClientId" dt="2018-12-04T07:19:36.821" v="208" actId="790"/>
            <ac:spMkLst>
              <pc:docMk/>
              <pc:sldMasterMk cId="981562976" sldId="2147483660"/>
              <pc:sldLayoutMk cId="2483261190" sldId="2147483661"/>
              <ac:spMk id="4" creationId="{00000000-0000-0000-0000-000000000000}"/>
            </ac:spMkLst>
          </pc:spChg>
          <pc:spChg chg="mod">
            <ac:chgData name="Fake Test User" userId="SID-0" providerId="Test" clId="FakeClientId" dt="2018-12-04T07:19:36.821" v="208" actId="790"/>
            <ac:spMkLst>
              <pc:docMk/>
              <pc:sldMasterMk cId="981562976" sldId="2147483660"/>
              <pc:sldLayoutMk cId="2483261190" sldId="2147483661"/>
              <ac:spMk id="5" creationId="{00000000-0000-0000-0000-000000000000}"/>
            </ac:spMkLst>
          </pc:spChg>
          <pc:spChg chg="mod">
            <ac:chgData name="Fake Test User" userId="SID-0" providerId="Test" clId="FakeClientId" dt="2018-12-04T07:19:36.821" v="208" actId="790"/>
            <ac:spMkLst>
              <pc:docMk/>
              <pc:sldMasterMk cId="981562976" sldId="2147483660"/>
              <pc:sldLayoutMk cId="2483261190" sldId="2147483661"/>
              <ac:spMk id="6" creationId="{00000000-0000-0000-0000-000000000000}"/>
            </ac:spMkLst>
          </pc:spChg>
        </pc:sldLayoutChg>
        <pc:sldLayoutChg chg="modSp">
          <pc:chgData name="Fake Test User" userId="SID-0" providerId="Test" clId="FakeClientId" dt="2018-12-04T07:19:26.556" v="207" actId="790"/>
          <pc:sldLayoutMkLst>
            <pc:docMk/>
            <pc:sldMasterMk cId="981562976" sldId="2147483660"/>
            <pc:sldLayoutMk cId="1702466837" sldId="2147483662"/>
          </pc:sldLayoutMkLst>
          <pc:spChg chg="mod">
            <ac:chgData name="Fake Test User" userId="SID-0" providerId="Test" clId="FakeClientId" dt="2018-12-04T07:19:26.556" v="207" actId="790"/>
            <ac:spMkLst>
              <pc:docMk/>
              <pc:sldMasterMk cId="981562976" sldId="2147483660"/>
              <pc:sldLayoutMk cId="1702466837" sldId="2147483662"/>
              <ac:spMk id="2" creationId="{00000000-0000-0000-0000-000000000000}"/>
            </ac:spMkLst>
          </pc:spChg>
          <pc:spChg chg="mod">
            <ac:chgData name="Fake Test User" userId="SID-0" providerId="Test" clId="FakeClientId" dt="2018-12-04T07:19:26.556" v="207" actId="790"/>
            <ac:spMkLst>
              <pc:docMk/>
              <pc:sldMasterMk cId="981562976" sldId="2147483660"/>
              <pc:sldLayoutMk cId="1702466837" sldId="2147483662"/>
              <ac:spMk id="3" creationId="{00000000-0000-0000-0000-000000000000}"/>
            </ac:spMkLst>
          </pc:spChg>
          <pc:spChg chg="mod">
            <ac:chgData name="Fake Test User" userId="SID-0" providerId="Test" clId="FakeClientId" dt="2018-12-04T07:19:26.556" v="207" actId="790"/>
            <ac:spMkLst>
              <pc:docMk/>
              <pc:sldMasterMk cId="981562976" sldId="2147483660"/>
              <pc:sldLayoutMk cId="1702466837" sldId="2147483662"/>
              <ac:spMk id="4" creationId="{00000000-0000-0000-0000-000000000000}"/>
            </ac:spMkLst>
          </pc:spChg>
          <pc:spChg chg="mod">
            <ac:chgData name="Fake Test User" userId="SID-0" providerId="Test" clId="FakeClientId" dt="2018-12-04T07:19:26.556" v="207" actId="790"/>
            <ac:spMkLst>
              <pc:docMk/>
              <pc:sldMasterMk cId="981562976" sldId="2147483660"/>
              <pc:sldLayoutMk cId="1702466837" sldId="2147483662"/>
              <ac:spMk id="5" creationId="{00000000-0000-0000-0000-000000000000}"/>
            </ac:spMkLst>
          </pc:spChg>
          <pc:spChg chg="mod">
            <ac:chgData name="Fake Test User" userId="SID-0" providerId="Test" clId="FakeClientId" dt="2018-12-04T07:19:26.556" v="207" actId="790"/>
            <ac:spMkLst>
              <pc:docMk/>
              <pc:sldMasterMk cId="981562976" sldId="2147483660"/>
              <pc:sldLayoutMk cId="1702466837" sldId="2147483662"/>
              <ac:spMk id="6" creationId="{00000000-0000-0000-0000-000000000000}"/>
            </ac:spMkLst>
          </pc:spChg>
        </pc:sldLayoutChg>
        <pc:sldLayoutChg chg="modSp">
          <pc:chgData name="Fake Test User" userId="SID-0" providerId="Test" clId="FakeClientId" dt="2018-12-04T07:19:57.382" v="211" actId="120"/>
          <pc:sldLayoutMkLst>
            <pc:docMk/>
            <pc:sldMasterMk cId="981562976" sldId="2147483660"/>
            <pc:sldLayoutMk cId="1233611818" sldId="2147483663"/>
          </pc:sldLayoutMkLst>
          <pc:spChg chg="mod">
            <ac:chgData name="Fake Test User" userId="SID-0" providerId="Test" clId="FakeClientId" dt="2018-12-04T07:19:50.867" v="209" actId="790"/>
            <ac:spMkLst>
              <pc:docMk/>
              <pc:sldMasterMk cId="981562976" sldId="2147483660"/>
              <pc:sldLayoutMk cId="1233611818" sldId="2147483663"/>
              <ac:spMk id="2" creationId="{00000000-0000-0000-0000-000000000000}"/>
            </ac:spMkLst>
          </pc:spChg>
          <pc:spChg chg="mod">
            <ac:chgData name="Fake Test User" userId="SID-0" providerId="Test" clId="FakeClientId" dt="2018-12-04T07:19:50.867" v="209" actId="790"/>
            <ac:spMkLst>
              <pc:docMk/>
              <pc:sldMasterMk cId="981562976" sldId="2147483660"/>
              <pc:sldLayoutMk cId="1233611818" sldId="2147483663"/>
              <ac:spMk id="3" creationId="{00000000-0000-0000-0000-000000000000}"/>
            </ac:spMkLst>
          </pc:spChg>
          <pc:spChg chg="mod">
            <ac:chgData name="Fake Test User" userId="SID-0" providerId="Test" clId="FakeClientId" dt="2018-12-04T07:19:50.867" v="209" actId="790"/>
            <ac:spMkLst>
              <pc:docMk/>
              <pc:sldMasterMk cId="981562976" sldId="2147483660"/>
              <pc:sldLayoutMk cId="1233611818" sldId="2147483663"/>
              <ac:spMk id="4" creationId="{00000000-0000-0000-0000-000000000000}"/>
            </ac:spMkLst>
          </pc:spChg>
          <pc:spChg chg="mod">
            <ac:chgData name="Fake Test User" userId="SID-0" providerId="Test" clId="FakeClientId" dt="2018-12-04T07:19:54.757" v="210" actId="122"/>
            <ac:spMkLst>
              <pc:docMk/>
              <pc:sldMasterMk cId="981562976" sldId="2147483660"/>
              <pc:sldLayoutMk cId="1233611818" sldId="2147483663"/>
              <ac:spMk id="5" creationId="{00000000-0000-0000-0000-000000000000}"/>
            </ac:spMkLst>
          </pc:spChg>
          <pc:spChg chg="mod">
            <ac:chgData name="Fake Test User" userId="SID-0" providerId="Test" clId="FakeClientId" dt="2018-12-04T07:19:57.382" v="211" actId="120"/>
            <ac:spMkLst>
              <pc:docMk/>
              <pc:sldMasterMk cId="981562976" sldId="2147483660"/>
              <pc:sldLayoutMk cId="1233611818" sldId="2147483663"/>
              <ac:spMk id="6" creationId="{00000000-0000-0000-0000-000000000000}"/>
            </ac:spMkLst>
          </pc:spChg>
        </pc:sldLayoutChg>
        <pc:sldLayoutChg chg="modSp">
          <pc:chgData name="Fake Test User" userId="SID-0" providerId="Test" clId="FakeClientId" dt="2018-12-04T07:20:24.912" v="214" actId="120"/>
          <pc:sldLayoutMkLst>
            <pc:docMk/>
            <pc:sldMasterMk cId="981562976" sldId="2147483660"/>
            <pc:sldLayoutMk cId="1521872723" sldId="2147483664"/>
          </pc:sldLayoutMkLst>
          <pc:spChg chg="mod">
            <ac:chgData name="Fake Test User" userId="SID-0" providerId="Test" clId="FakeClientId" dt="2018-12-04T07:20:18.100" v="212" actId="790"/>
            <ac:spMkLst>
              <pc:docMk/>
              <pc:sldMasterMk cId="981562976" sldId="2147483660"/>
              <pc:sldLayoutMk cId="1521872723" sldId="2147483664"/>
              <ac:spMk id="2" creationId="{00000000-0000-0000-0000-000000000000}"/>
            </ac:spMkLst>
          </pc:spChg>
          <pc:spChg chg="mod">
            <ac:chgData name="Fake Test User" userId="SID-0" providerId="Test" clId="FakeClientId" dt="2018-12-04T07:20:18.100" v="212" actId="790"/>
            <ac:spMkLst>
              <pc:docMk/>
              <pc:sldMasterMk cId="981562976" sldId="2147483660"/>
              <pc:sldLayoutMk cId="1521872723" sldId="2147483664"/>
              <ac:spMk id="3" creationId="{00000000-0000-0000-0000-000000000000}"/>
            </ac:spMkLst>
          </pc:spChg>
          <pc:spChg chg="mod">
            <ac:chgData name="Fake Test User" userId="SID-0" providerId="Test" clId="FakeClientId" dt="2018-12-04T07:20:18.100" v="212" actId="790"/>
            <ac:spMkLst>
              <pc:docMk/>
              <pc:sldMasterMk cId="981562976" sldId="2147483660"/>
              <pc:sldLayoutMk cId="1521872723" sldId="2147483664"/>
              <ac:spMk id="4" creationId="{00000000-0000-0000-0000-000000000000}"/>
            </ac:spMkLst>
          </pc:spChg>
          <pc:spChg chg="mod">
            <ac:chgData name="Fake Test User" userId="SID-0" providerId="Test" clId="FakeClientId" dt="2018-12-04T07:20:18.100" v="212" actId="790"/>
            <ac:spMkLst>
              <pc:docMk/>
              <pc:sldMasterMk cId="981562976" sldId="2147483660"/>
              <pc:sldLayoutMk cId="1521872723" sldId="2147483664"/>
              <ac:spMk id="5" creationId="{00000000-0000-0000-0000-000000000000}"/>
            </ac:spMkLst>
          </pc:spChg>
          <pc:spChg chg="mod">
            <ac:chgData name="Fake Test User" userId="SID-0" providerId="Test" clId="FakeClientId" dt="2018-12-04T07:20:22.287" v="213" actId="122"/>
            <ac:spMkLst>
              <pc:docMk/>
              <pc:sldMasterMk cId="981562976" sldId="2147483660"/>
              <pc:sldLayoutMk cId="1521872723" sldId="2147483664"/>
              <ac:spMk id="6" creationId="{00000000-0000-0000-0000-000000000000}"/>
            </ac:spMkLst>
          </pc:spChg>
          <pc:spChg chg="mod">
            <ac:chgData name="Fake Test User" userId="SID-0" providerId="Test" clId="FakeClientId" dt="2018-12-04T07:20:24.912" v="214" actId="120"/>
            <ac:spMkLst>
              <pc:docMk/>
              <pc:sldMasterMk cId="981562976" sldId="2147483660"/>
              <pc:sldLayoutMk cId="1521872723" sldId="2147483664"/>
              <ac:spMk id="7" creationId="{00000000-0000-0000-0000-000000000000}"/>
            </ac:spMkLst>
          </pc:spChg>
        </pc:sldLayoutChg>
        <pc:sldLayoutChg chg="modSp">
          <pc:chgData name="Fake Test User" userId="SID-0" providerId="Test" clId="FakeClientId" dt="2018-12-04T07:20:52.847" v="218" actId="790"/>
          <pc:sldLayoutMkLst>
            <pc:docMk/>
            <pc:sldMasterMk cId="981562976" sldId="2147483660"/>
            <pc:sldLayoutMk cId="1100924916" sldId="2147483665"/>
          </pc:sldLayoutMkLst>
          <pc:spChg chg="mod">
            <ac:chgData name="Fake Test User" userId="SID-0" providerId="Test" clId="FakeClientId" dt="2018-12-04T07:20:52.847" v="218" actId="790"/>
            <ac:spMkLst>
              <pc:docMk/>
              <pc:sldMasterMk cId="981562976" sldId="2147483660"/>
              <pc:sldLayoutMk cId="1100924916" sldId="2147483665"/>
              <ac:spMk id="2" creationId="{00000000-0000-0000-0000-000000000000}"/>
            </ac:spMkLst>
          </pc:spChg>
          <pc:spChg chg="mod">
            <ac:chgData name="Fake Test User" userId="SID-0" providerId="Test" clId="FakeClientId" dt="2018-12-04T07:20:52.847" v="218" actId="790"/>
            <ac:spMkLst>
              <pc:docMk/>
              <pc:sldMasterMk cId="981562976" sldId="2147483660"/>
              <pc:sldLayoutMk cId="1100924916" sldId="2147483665"/>
              <ac:spMk id="3" creationId="{00000000-0000-0000-0000-000000000000}"/>
            </ac:spMkLst>
          </pc:spChg>
          <pc:spChg chg="mod">
            <ac:chgData name="Fake Test User" userId="SID-0" providerId="Test" clId="FakeClientId" dt="2018-12-04T07:20:52.847" v="218" actId="790"/>
            <ac:spMkLst>
              <pc:docMk/>
              <pc:sldMasterMk cId="981562976" sldId="2147483660"/>
              <pc:sldLayoutMk cId="1100924916" sldId="2147483665"/>
              <ac:spMk id="4" creationId="{00000000-0000-0000-0000-000000000000}"/>
            </ac:spMkLst>
          </pc:spChg>
          <pc:spChg chg="mod">
            <ac:chgData name="Fake Test User" userId="SID-0" providerId="Test" clId="FakeClientId" dt="2018-12-04T07:20:52.847" v="218" actId="790"/>
            <ac:spMkLst>
              <pc:docMk/>
              <pc:sldMasterMk cId="981562976" sldId="2147483660"/>
              <pc:sldLayoutMk cId="1100924916" sldId="2147483665"/>
              <ac:spMk id="5" creationId="{00000000-0000-0000-0000-000000000000}"/>
            </ac:spMkLst>
          </pc:spChg>
          <pc:spChg chg="mod">
            <ac:chgData name="Fake Test User" userId="SID-0" providerId="Test" clId="FakeClientId" dt="2018-12-04T07:20:52.847" v="218" actId="790"/>
            <ac:spMkLst>
              <pc:docMk/>
              <pc:sldMasterMk cId="981562976" sldId="2147483660"/>
              <pc:sldLayoutMk cId="1100924916" sldId="2147483665"/>
              <ac:spMk id="6" creationId="{00000000-0000-0000-0000-000000000000}"/>
            </ac:spMkLst>
          </pc:spChg>
          <pc:spChg chg="mod">
            <ac:chgData name="Fake Test User" userId="SID-0" providerId="Test" clId="FakeClientId" dt="2018-12-04T07:20:52.847" v="218" actId="790"/>
            <ac:spMkLst>
              <pc:docMk/>
              <pc:sldMasterMk cId="981562976" sldId="2147483660"/>
              <pc:sldLayoutMk cId="1100924916" sldId="2147483665"/>
              <ac:spMk id="7" creationId="{00000000-0000-0000-0000-000000000000}"/>
            </ac:spMkLst>
          </pc:spChg>
          <pc:spChg chg="mod">
            <ac:chgData name="Fake Test User" userId="SID-0" providerId="Test" clId="FakeClientId" dt="2018-12-04T07:20:52.847" v="218" actId="790"/>
            <ac:spMkLst>
              <pc:docMk/>
              <pc:sldMasterMk cId="981562976" sldId="2147483660"/>
              <pc:sldLayoutMk cId="1100924916" sldId="2147483665"/>
              <ac:spMk id="8" creationId="{00000000-0000-0000-0000-000000000000}"/>
            </ac:spMkLst>
          </pc:spChg>
          <pc:spChg chg="mod">
            <ac:chgData name="Fake Test User" userId="SID-0" providerId="Test" clId="FakeClientId" dt="2018-12-04T07:20:52.847" v="218" actId="790"/>
            <ac:spMkLst>
              <pc:docMk/>
              <pc:sldMasterMk cId="981562976" sldId="2147483660"/>
              <pc:sldLayoutMk cId="1100924916" sldId="2147483665"/>
              <ac:spMk id="9" creationId="{00000000-0000-0000-0000-000000000000}"/>
            </ac:spMkLst>
          </pc:spChg>
        </pc:sldLayoutChg>
        <pc:sldLayoutChg chg="modSp">
          <pc:chgData name="Fake Test User" userId="SID-0" providerId="Test" clId="FakeClientId" dt="2018-12-04T07:21:06.987" v="221" actId="120"/>
          <pc:sldLayoutMkLst>
            <pc:docMk/>
            <pc:sldMasterMk cId="981562976" sldId="2147483660"/>
            <pc:sldLayoutMk cId="918406868" sldId="2147483666"/>
          </pc:sldLayoutMkLst>
          <pc:spChg chg="mod">
            <ac:chgData name="Fake Test User" userId="SID-0" providerId="Test" clId="FakeClientId" dt="2018-12-04T07:20:59.816" v="219" actId="790"/>
            <ac:spMkLst>
              <pc:docMk/>
              <pc:sldMasterMk cId="981562976" sldId="2147483660"/>
              <pc:sldLayoutMk cId="918406868" sldId="2147483666"/>
              <ac:spMk id="2" creationId="{00000000-0000-0000-0000-000000000000}"/>
            </ac:spMkLst>
          </pc:spChg>
          <pc:spChg chg="mod">
            <ac:chgData name="Fake Test User" userId="SID-0" providerId="Test" clId="FakeClientId" dt="2018-12-04T07:20:59.816" v="219" actId="790"/>
            <ac:spMkLst>
              <pc:docMk/>
              <pc:sldMasterMk cId="981562976" sldId="2147483660"/>
              <pc:sldLayoutMk cId="918406868" sldId="2147483666"/>
              <ac:spMk id="3" creationId="{00000000-0000-0000-0000-000000000000}"/>
            </ac:spMkLst>
          </pc:spChg>
          <pc:spChg chg="mod">
            <ac:chgData name="Fake Test User" userId="SID-0" providerId="Test" clId="FakeClientId" dt="2018-12-04T07:21:04.034" v="220" actId="122"/>
            <ac:spMkLst>
              <pc:docMk/>
              <pc:sldMasterMk cId="981562976" sldId="2147483660"/>
              <pc:sldLayoutMk cId="918406868" sldId="2147483666"/>
              <ac:spMk id="4" creationId="{00000000-0000-0000-0000-000000000000}"/>
            </ac:spMkLst>
          </pc:spChg>
          <pc:spChg chg="mod">
            <ac:chgData name="Fake Test User" userId="SID-0" providerId="Test" clId="FakeClientId" dt="2018-12-04T07:21:06.987" v="221" actId="120"/>
            <ac:spMkLst>
              <pc:docMk/>
              <pc:sldMasterMk cId="981562976" sldId="2147483660"/>
              <pc:sldLayoutMk cId="918406868" sldId="2147483666"/>
              <ac:spMk id="5" creationId="{00000000-0000-0000-0000-000000000000}"/>
            </ac:spMkLst>
          </pc:spChg>
        </pc:sldLayoutChg>
        <pc:sldLayoutChg chg="modSp">
          <pc:chgData name="Fake Test User" userId="SID-0" providerId="Test" clId="FakeClientId" dt="2018-12-04T07:21:26.111" v="224" actId="120"/>
          <pc:sldLayoutMkLst>
            <pc:docMk/>
            <pc:sldMasterMk cId="981562976" sldId="2147483660"/>
            <pc:sldLayoutMk cId="2497625034" sldId="2147483667"/>
          </pc:sldLayoutMkLst>
          <pc:spChg chg="mod">
            <ac:chgData name="Fake Test User" userId="SID-0" providerId="Test" clId="FakeClientId" dt="2018-12-04T07:21:19.471" v="222" actId="790"/>
            <ac:spMkLst>
              <pc:docMk/>
              <pc:sldMasterMk cId="981562976" sldId="2147483660"/>
              <pc:sldLayoutMk cId="2497625034" sldId="2147483667"/>
              <ac:spMk id="2" creationId="{00000000-0000-0000-0000-000000000000}"/>
            </ac:spMkLst>
          </pc:spChg>
          <pc:spChg chg="mod">
            <ac:chgData name="Fake Test User" userId="SID-0" providerId="Test" clId="FakeClientId" dt="2018-12-04T07:21:23.377" v="223" actId="122"/>
            <ac:spMkLst>
              <pc:docMk/>
              <pc:sldMasterMk cId="981562976" sldId="2147483660"/>
              <pc:sldLayoutMk cId="2497625034" sldId="2147483667"/>
              <ac:spMk id="3" creationId="{00000000-0000-0000-0000-000000000000}"/>
            </ac:spMkLst>
          </pc:spChg>
          <pc:spChg chg="mod">
            <ac:chgData name="Fake Test User" userId="SID-0" providerId="Test" clId="FakeClientId" dt="2018-12-04T07:21:26.111" v="224" actId="120"/>
            <ac:spMkLst>
              <pc:docMk/>
              <pc:sldMasterMk cId="981562976" sldId="2147483660"/>
              <pc:sldLayoutMk cId="2497625034" sldId="2147483667"/>
              <ac:spMk id="4" creationId="{00000000-0000-0000-0000-000000000000}"/>
            </ac:spMkLst>
          </pc:spChg>
        </pc:sldLayoutChg>
        <pc:sldLayoutChg chg="modSp">
          <pc:chgData name="Fake Test User" userId="SID-0" providerId="Test" clId="FakeClientId" dt="2018-12-04T07:24:21.615" v="230" actId="790"/>
          <pc:sldLayoutMkLst>
            <pc:docMk/>
            <pc:sldMasterMk cId="981562976" sldId="2147483660"/>
            <pc:sldLayoutMk cId="943659482" sldId="2147483668"/>
          </pc:sldLayoutMkLst>
          <pc:spChg chg="mod">
            <ac:chgData name="Fake Test User" userId="SID-0" providerId="Test" clId="FakeClientId" dt="2018-12-04T07:24:21.615" v="230" actId="790"/>
            <ac:spMkLst>
              <pc:docMk/>
              <pc:sldMasterMk cId="981562976" sldId="2147483660"/>
              <pc:sldLayoutMk cId="943659482" sldId="2147483668"/>
              <ac:spMk id="2" creationId="{00000000-0000-0000-0000-000000000000}"/>
            </ac:spMkLst>
          </pc:spChg>
          <pc:spChg chg="mod">
            <ac:chgData name="Fake Test User" userId="SID-0" providerId="Test" clId="FakeClientId" dt="2018-12-04T07:24:21.615" v="230" actId="790"/>
            <ac:spMkLst>
              <pc:docMk/>
              <pc:sldMasterMk cId="981562976" sldId="2147483660"/>
              <pc:sldLayoutMk cId="943659482" sldId="2147483668"/>
              <ac:spMk id="3" creationId="{00000000-0000-0000-0000-000000000000}"/>
            </ac:spMkLst>
          </pc:spChg>
          <pc:spChg chg="mod">
            <ac:chgData name="Fake Test User" userId="SID-0" providerId="Test" clId="FakeClientId" dt="2018-12-04T07:24:21.615" v="230" actId="790"/>
            <ac:spMkLst>
              <pc:docMk/>
              <pc:sldMasterMk cId="981562976" sldId="2147483660"/>
              <pc:sldLayoutMk cId="943659482" sldId="2147483668"/>
              <ac:spMk id="4" creationId="{00000000-0000-0000-0000-000000000000}"/>
            </ac:spMkLst>
          </pc:spChg>
          <pc:spChg chg="mod">
            <ac:chgData name="Fake Test User" userId="SID-0" providerId="Test" clId="FakeClientId" dt="2018-12-04T07:24:21.615" v="230" actId="790"/>
            <ac:spMkLst>
              <pc:docMk/>
              <pc:sldMasterMk cId="981562976" sldId="2147483660"/>
              <pc:sldLayoutMk cId="943659482" sldId="2147483668"/>
              <ac:spMk id="5" creationId="{00000000-0000-0000-0000-000000000000}"/>
            </ac:spMkLst>
          </pc:spChg>
          <pc:spChg chg="mod">
            <ac:chgData name="Fake Test User" userId="SID-0" providerId="Test" clId="FakeClientId" dt="2018-12-04T07:24:21.615" v="230" actId="790"/>
            <ac:spMkLst>
              <pc:docMk/>
              <pc:sldMasterMk cId="981562976" sldId="2147483660"/>
              <pc:sldLayoutMk cId="943659482" sldId="2147483668"/>
              <ac:spMk id="6" creationId="{00000000-0000-0000-0000-000000000000}"/>
            </ac:spMkLst>
          </pc:spChg>
          <pc:spChg chg="mod">
            <ac:chgData name="Fake Test User" userId="SID-0" providerId="Test" clId="FakeClientId" dt="2018-12-04T07:24:21.615" v="230" actId="790"/>
            <ac:spMkLst>
              <pc:docMk/>
              <pc:sldMasterMk cId="981562976" sldId="2147483660"/>
              <pc:sldLayoutMk cId="943659482" sldId="2147483668"/>
              <ac:spMk id="7" creationId="{00000000-0000-0000-0000-000000000000}"/>
            </ac:spMkLst>
          </pc:spChg>
        </pc:sldLayoutChg>
        <pc:sldLayoutChg chg="modSp">
          <pc:chgData name="Fake Test User" userId="SID-0" providerId="Test" clId="FakeClientId" dt="2018-12-04T07:24:29.787" v="231" actId="790"/>
          <pc:sldLayoutMkLst>
            <pc:docMk/>
            <pc:sldMasterMk cId="981562976" sldId="2147483660"/>
            <pc:sldLayoutMk cId="2522290163" sldId="2147483669"/>
          </pc:sldLayoutMkLst>
          <pc:spChg chg="mod">
            <ac:chgData name="Fake Test User" userId="SID-0" providerId="Test" clId="FakeClientId" dt="2018-12-04T07:24:29.787" v="231" actId="790"/>
            <ac:spMkLst>
              <pc:docMk/>
              <pc:sldMasterMk cId="981562976" sldId="2147483660"/>
              <pc:sldLayoutMk cId="2522290163" sldId="2147483669"/>
              <ac:spMk id="2" creationId="{00000000-0000-0000-0000-000000000000}"/>
            </ac:spMkLst>
          </pc:spChg>
          <pc:spChg chg="mod">
            <ac:chgData name="Fake Test User" userId="SID-0" providerId="Test" clId="FakeClientId" dt="2018-12-04T07:24:29.787" v="231" actId="790"/>
            <ac:spMkLst>
              <pc:docMk/>
              <pc:sldMasterMk cId="981562976" sldId="2147483660"/>
              <pc:sldLayoutMk cId="2522290163" sldId="2147483669"/>
              <ac:spMk id="3" creationId="{00000000-0000-0000-0000-000000000000}"/>
            </ac:spMkLst>
          </pc:spChg>
          <pc:spChg chg="mod">
            <ac:chgData name="Fake Test User" userId="SID-0" providerId="Test" clId="FakeClientId" dt="2018-12-04T07:24:29.787" v="231" actId="790"/>
            <ac:spMkLst>
              <pc:docMk/>
              <pc:sldMasterMk cId="981562976" sldId="2147483660"/>
              <pc:sldLayoutMk cId="2522290163" sldId="2147483669"/>
              <ac:spMk id="4" creationId="{00000000-0000-0000-0000-000000000000}"/>
            </ac:spMkLst>
          </pc:spChg>
          <pc:spChg chg="mod">
            <ac:chgData name="Fake Test User" userId="SID-0" providerId="Test" clId="FakeClientId" dt="2018-12-04T07:24:29.787" v="231" actId="790"/>
            <ac:spMkLst>
              <pc:docMk/>
              <pc:sldMasterMk cId="981562976" sldId="2147483660"/>
              <pc:sldLayoutMk cId="2522290163" sldId="2147483669"/>
              <ac:spMk id="5" creationId="{00000000-0000-0000-0000-000000000000}"/>
            </ac:spMkLst>
          </pc:spChg>
          <pc:spChg chg="mod">
            <ac:chgData name="Fake Test User" userId="SID-0" providerId="Test" clId="FakeClientId" dt="2018-12-04T07:24:29.787" v="231" actId="790"/>
            <ac:spMkLst>
              <pc:docMk/>
              <pc:sldMasterMk cId="981562976" sldId="2147483660"/>
              <pc:sldLayoutMk cId="2522290163" sldId="2147483669"/>
              <ac:spMk id="6" creationId="{00000000-0000-0000-0000-000000000000}"/>
            </ac:spMkLst>
          </pc:spChg>
          <pc:spChg chg="mod">
            <ac:chgData name="Fake Test User" userId="SID-0" providerId="Test" clId="FakeClientId" dt="2018-12-04T07:24:29.787" v="231" actId="790"/>
            <ac:spMkLst>
              <pc:docMk/>
              <pc:sldMasterMk cId="981562976" sldId="2147483660"/>
              <pc:sldLayoutMk cId="2522290163" sldId="2147483669"/>
              <ac:spMk id="7" creationId="{00000000-0000-0000-0000-000000000000}"/>
            </ac:spMkLst>
          </pc:spChg>
        </pc:sldLayoutChg>
        <pc:sldLayoutChg chg="modSp">
          <pc:chgData name="Fake Test User" userId="SID-0" providerId="Test" clId="FakeClientId" dt="2018-12-04T07:25:43.407" v="240" actId="790"/>
          <pc:sldLayoutMkLst>
            <pc:docMk/>
            <pc:sldMasterMk cId="981562976" sldId="2147483660"/>
            <pc:sldLayoutMk cId="63179575" sldId="2147483670"/>
          </pc:sldLayoutMkLst>
          <pc:spChg chg="mod">
            <ac:chgData name="Fake Test User" userId="SID-0" providerId="Test" clId="FakeClientId" dt="2018-12-04T07:25:43.407" v="240" actId="790"/>
            <ac:spMkLst>
              <pc:docMk/>
              <pc:sldMasterMk cId="981562976" sldId="2147483660"/>
              <pc:sldLayoutMk cId="63179575" sldId="2147483670"/>
              <ac:spMk id="2" creationId="{00000000-0000-0000-0000-000000000000}"/>
            </ac:spMkLst>
          </pc:spChg>
          <pc:spChg chg="mod">
            <ac:chgData name="Fake Test User" userId="SID-0" providerId="Test" clId="FakeClientId" dt="2018-12-04T07:25:43.407" v="240" actId="790"/>
            <ac:spMkLst>
              <pc:docMk/>
              <pc:sldMasterMk cId="981562976" sldId="2147483660"/>
              <pc:sldLayoutMk cId="63179575" sldId="2147483670"/>
              <ac:spMk id="3" creationId="{00000000-0000-0000-0000-000000000000}"/>
            </ac:spMkLst>
          </pc:spChg>
          <pc:spChg chg="mod">
            <ac:chgData name="Fake Test User" userId="SID-0" providerId="Test" clId="FakeClientId" dt="2018-12-04T07:25:43.407" v="240" actId="790"/>
            <ac:spMkLst>
              <pc:docMk/>
              <pc:sldMasterMk cId="981562976" sldId="2147483660"/>
              <pc:sldLayoutMk cId="63179575" sldId="2147483670"/>
              <ac:spMk id="4" creationId="{00000000-0000-0000-0000-000000000000}"/>
            </ac:spMkLst>
          </pc:spChg>
          <pc:spChg chg="mod">
            <ac:chgData name="Fake Test User" userId="SID-0" providerId="Test" clId="FakeClientId" dt="2018-12-04T07:25:43.407" v="240" actId="790"/>
            <ac:spMkLst>
              <pc:docMk/>
              <pc:sldMasterMk cId="981562976" sldId="2147483660"/>
              <pc:sldLayoutMk cId="63179575" sldId="2147483670"/>
              <ac:spMk id="5" creationId="{00000000-0000-0000-0000-000000000000}"/>
            </ac:spMkLst>
          </pc:spChg>
          <pc:spChg chg="mod">
            <ac:chgData name="Fake Test User" userId="SID-0" providerId="Test" clId="FakeClientId" dt="2018-12-04T07:25:43.407" v="240" actId="790"/>
            <ac:spMkLst>
              <pc:docMk/>
              <pc:sldMasterMk cId="981562976" sldId="2147483660"/>
              <pc:sldLayoutMk cId="63179575" sldId="2147483670"/>
              <ac:spMk id="6" creationId="{00000000-0000-0000-0000-000000000000}"/>
            </ac:spMkLst>
          </pc:spChg>
        </pc:sldLayoutChg>
        <pc:sldLayoutChg chg="modSp">
          <pc:chgData name="Fake Test User" userId="SID-0" providerId="Test" clId="FakeClientId" dt="2018-12-04T07:25:36.158" v="239" actId="790"/>
          <pc:sldLayoutMkLst>
            <pc:docMk/>
            <pc:sldMasterMk cId="981562976" sldId="2147483660"/>
            <pc:sldLayoutMk cId="2446235546" sldId="2147483671"/>
          </pc:sldLayoutMkLst>
          <pc:spChg chg="mod">
            <ac:chgData name="Fake Test User" userId="SID-0" providerId="Test" clId="FakeClientId" dt="2018-12-04T07:25:36.158" v="239" actId="790"/>
            <ac:spMkLst>
              <pc:docMk/>
              <pc:sldMasterMk cId="981562976" sldId="2147483660"/>
              <pc:sldLayoutMk cId="2446235546" sldId="2147483671"/>
              <ac:spMk id="2" creationId="{00000000-0000-0000-0000-000000000000}"/>
            </ac:spMkLst>
          </pc:spChg>
          <pc:spChg chg="mod">
            <ac:chgData name="Fake Test User" userId="SID-0" providerId="Test" clId="FakeClientId" dt="2018-12-04T07:25:36.158" v="239" actId="790"/>
            <ac:spMkLst>
              <pc:docMk/>
              <pc:sldMasterMk cId="981562976" sldId="2147483660"/>
              <pc:sldLayoutMk cId="2446235546" sldId="2147483671"/>
              <ac:spMk id="3" creationId="{00000000-0000-0000-0000-000000000000}"/>
            </ac:spMkLst>
          </pc:spChg>
          <pc:spChg chg="mod">
            <ac:chgData name="Fake Test User" userId="SID-0" providerId="Test" clId="FakeClientId" dt="2018-12-04T07:25:36.158" v="239" actId="790"/>
            <ac:spMkLst>
              <pc:docMk/>
              <pc:sldMasterMk cId="981562976" sldId="2147483660"/>
              <pc:sldLayoutMk cId="2446235546" sldId="2147483671"/>
              <ac:spMk id="4" creationId="{00000000-0000-0000-0000-000000000000}"/>
            </ac:spMkLst>
          </pc:spChg>
          <pc:spChg chg="mod">
            <ac:chgData name="Fake Test User" userId="SID-0" providerId="Test" clId="FakeClientId" dt="2018-12-04T07:25:36.158" v="239" actId="790"/>
            <ac:spMkLst>
              <pc:docMk/>
              <pc:sldMasterMk cId="981562976" sldId="2147483660"/>
              <pc:sldLayoutMk cId="2446235546" sldId="2147483671"/>
              <ac:spMk id="5" creationId="{00000000-0000-0000-0000-000000000000}"/>
            </ac:spMkLst>
          </pc:spChg>
          <pc:spChg chg="mod">
            <ac:chgData name="Fake Test User" userId="SID-0" providerId="Test" clId="FakeClientId" dt="2018-12-04T07:25:36.158" v="239" actId="790"/>
            <ac:spMkLst>
              <pc:docMk/>
              <pc:sldMasterMk cId="981562976" sldId="2147483660"/>
              <pc:sldLayoutMk cId="2446235546" sldId="2147483671"/>
              <ac:spMk id="6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 flipH="1"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algn="r" rtl="1"/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quarter" idx="1"/>
          </p:nvPr>
        </p:nvSpPr>
        <p:spPr>
          <a:xfrm flipH="1">
            <a:off x="1587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algn="l" rtl="1"/>
            <a:fld id="{9851FE7B-9295-4C15-BA97-F1C15A3884A8}" type="datetime1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ג'/סיון/תשפ"ד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2"/>
          </p:nvPr>
        </p:nvSpPr>
        <p:spPr>
          <a:xfrm flipH="1"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algn="r" rtl="1"/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3"/>
          </p:nvPr>
        </p:nvSpPr>
        <p:spPr>
          <a:xfrm flipH="1">
            <a:off x="1587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algn="l" rtl="1"/>
            <a:fld id="{2C33ADDF-418B-4AEE-81B9-E77B3218F8B3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‹#›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9590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 flipH="1"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he-IL" noProof="0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 flipH="1">
            <a:off x="1587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rtl="1"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BC5D600-F26B-4EC2-85F6-20A6C866FB5F}" type="datetime1">
              <a:rPr lang="he-IL" noProof="0" smtClean="0"/>
              <a:pPr/>
              <a:t>ג'/סיון/תשפ"ד</a:t>
            </a:fld>
            <a:endParaRPr lang="he-IL" noProof="0" dirty="0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rtl="1"/>
            <a:endParaRPr lang="he-IL" noProof="0" dirty="0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 flipH="1"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 rtl="1"/>
            <a:r>
              <a:rPr lang="he-IL" noProof="0"/>
              <a:t>לחץ כדי לערוך סגנונות טקסט של תבנית בסיס</a:t>
            </a:r>
          </a:p>
          <a:p>
            <a:pPr lvl="1" rtl="1"/>
            <a:r>
              <a:rPr lang="he-IL" noProof="0"/>
              <a:t>רמה שניה</a:t>
            </a:r>
          </a:p>
          <a:p>
            <a:pPr lvl="2" rtl="1"/>
            <a:r>
              <a:rPr lang="he-IL" noProof="0"/>
              <a:t>רמה שלישית</a:t>
            </a:r>
          </a:p>
          <a:p>
            <a:pPr lvl="3" rtl="1"/>
            <a:r>
              <a:rPr lang="he-IL" noProof="0"/>
              <a:t>רמה רביעית</a:t>
            </a:r>
          </a:p>
          <a:p>
            <a:pPr lvl="4" rtl="1"/>
            <a:r>
              <a:rPr lang="he-IL" noProof="0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 flipH="1"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he-IL" noProof="0" dirty="0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 flipH="1">
            <a:off x="1587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fld id="{2275029A-2D1E-47A5-9598-4A9AC47B3AC1}" type="slidenum">
              <a:rPr lang="he-IL" noProof="0" smtClean="0"/>
              <a:pPr algn="l"/>
              <a:t>‹#›</a:t>
            </a:fld>
            <a:endParaRPr lang="he-IL" noProof="0" dirty="0"/>
          </a:p>
        </p:txBody>
      </p:sp>
    </p:spTree>
    <p:extLst>
      <p:ext uri="{BB962C8B-B14F-4D97-AF65-F5344CB8AC3E}">
        <p14:creationId xmlns:p14="http://schemas.microsoft.com/office/powerpoint/2010/main" val="20307704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r" defTabSz="914400" rtl="1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Tahoma" panose="020B0604030504040204" pitchFamily="34" charset="0"/>
        <a:cs typeface="Tahoma" panose="020B0604030504040204" pitchFamily="34" charset="0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Tahoma" panose="020B0604030504040204" pitchFamily="34" charset="0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Tahoma" panose="020B0604030504040204" pitchFamily="34" charset="0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Tahoma" panose="020B0604030504040204" pitchFamily="34" charset="0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Tahoma" panose="020B0604030504040204" pitchFamily="34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>
              <a:ea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2275029A-2D1E-47A5-9598-4A9AC47B3AC1}" type="slidenum">
              <a:rPr lang="he-IL" smtClean="0">
                <a:ea typeface="Tahoma" panose="020B0604030504040204" pitchFamily="34" charset="0"/>
                <a:cs typeface="Tahoma" panose="020B0604030504040204" pitchFamily="34" charset="0"/>
              </a:rPr>
              <a:pPr algn="l"/>
              <a:t>1</a:t>
            </a:fld>
            <a:endParaRPr lang="he-IL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13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>
              <a:ea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2275029A-2D1E-47A5-9598-4A9AC47B3AC1}" type="slidenum">
              <a:rPr lang="he-IL" smtClean="0">
                <a:ea typeface="Tahoma" panose="020B0604030504040204" pitchFamily="34" charset="0"/>
                <a:cs typeface="Tahoma" panose="020B0604030504040204" pitchFamily="34" charset="0"/>
              </a:rPr>
              <a:pPr algn="l"/>
              <a:t>2</a:t>
            </a:fld>
            <a:endParaRPr lang="he-IL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892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>
              <a:ea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2275029A-2D1E-47A5-9598-4A9AC47B3AC1}" type="slidenum">
              <a:rPr lang="he-IL" smtClean="0">
                <a:ea typeface="Tahoma" panose="020B0604030504040204" pitchFamily="34" charset="0"/>
                <a:cs typeface="Tahoma" panose="020B0604030504040204" pitchFamily="34" charset="0"/>
              </a:rPr>
              <a:pPr algn="l"/>
              <a:t>7</a:t>
            </a:fld>
            <a:endParaRPr lang="he-IL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468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 flipH="1">
            <a:off x="1524000" y="1041400"/>
            <a:ext cx="9144000" cy="2387600"/>
          </a:xfrm>
        </p:spPr>
        <p:txBody>
          <a:bodyPr rtlCol="1" anchor="b"/>
          <a:lstStyle>
            <a:lvl1pPr algn="r" rtl="1">
              <a:defRPr sz="6000">
                <a:solidFill>
                  <a:schemeClr val="tx2"/>
                </a:solidFill>
              </a:defRPr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 flipH="1">
            <a:off x="1524000" y="3602038"/>
            <a:ext cx="9144000" cy="1655762"/>
          </a:xfrm>
        </p:spPr>
        <p:txBody>
          <a:bodyPr rtlCol="1"/>
          <a:lstStyle>
            <a:lvl1pPr marL="0" indent="0" algn="r" rtl="1">
              <a:buNone/>
              <a:defRPr sz="2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 algn="ctr" rtl="1">
              <a:buNone/>
              <a:defRPr sz="2000"/>
            </a:lvl2pPr>
            <a:lvl3pPr marL="914400" indent="0" algn="ctr" rtl="1">
              <a:buNone/>
              <a:defRPr sz="1800"/>
            </a:lvl3pPr>
            <a:lvl4pPr marL="1371600" indent="0" algn="ctr" rtl="1">
              <a:buNone/>
              <a:defRPr sz="1600"/>
            </a:lvl4pPr>
            <a:lvl5pPr marL="1828800" indent="0" algn="ctr" rtl="1">
              <a:buNone/>
              <a:defRPr sz="1600"/>
            </a:lvl5pPr>
            <a:lvl6pPr marL="2286000" indent="0" algn="ctr" rtl="1">
              <a:buNone/>
              <a:defRPr sz="1600"/>
            </a:lvl6pPr>
            <a:lvl7pPr marL="2743200" indent="0" algn="ctr" rtl="1">
              <a:buNone/>
              <a:defRPr sz="1600"/>
            </a:lvl7pPr>
            <a:lvl8pPr marL="3200400" indent="0" algn="ctr" rtl="1">
              <a:buNone/>
              <a:defRPr sz="1600"/>
            </a:lvl8pPr>
            <a:lvl9pPr marL="3657600" indent="0" algn="ctr" rtl="1">
              <a:buNone/>
              <a:defRPr sz="1600"/>
            </a:lvl9pPr>
          </a:lstStyle>
          <a:p>
            <a:pPr rtl="1"/>
            <a:r>
              <a:rPr lang="he-IL" noProof="0" smtClean="0"/>
              <a:t>לחץ כדי לערוך סגנון כותרת משנה של תבנית בסיס</a:t>
            </a:r>
            <a:endParaRPr lang="he-IL" noProof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 flipH="1">
            <a:off x="8077200" y="6356350"/>
            <a:ext cx="3276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fld id="{08AD042A-15AA-4604-B153-B06161082403}" type="datetime1">
              <a:rPr lang="he-IL" noProof="0" smtClean="0"/>
              <a:t>ג'/סיון/תשפ"ד</a:t>
            </a:fld>
            <a:endParaRPr lang="he-IL" noProof="0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 flipH="1">
            <a:off x="4648200" y="6356350"/>
            <a:ext cx="2895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algn="ctr"/>
            <a:r>
              <a:rPr lang="he-IL" noProof="0" dirty="0"/>
              <a:t>הוסף כותרת תחתונה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 flipH="1">
            <a:off x="838200" y="6356350"/>
            <a:ext cx="32766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062D6987-FB6D-4DB8-81B8-AD0F35E3BB5F}" type="slidenum">
              <a:rPr lang="he-IL" noProof="0" smtClean="0"/>
              <a:pPr/>
              <a:t>‹#›</a:t>
            </a:fld>
            <a:endParaRPr lang="he-IL" noProof="0" dirty="0"/>
          </a:p>
        </p:txBody>
      </p:sp>
    </p:spTree>
    <p:extLst>
      <p:ext uri="{BB962C8B-B14F-4D97-AF65-F5344CB8AC3E}">
        <p14:creationId xmlns:p14="http://schemas.microsoft.com/office/powerpoint/2010/main" val="248326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838200" y="365125"/>
            <a:ext cx="10515600" cy="1325563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 hasCustomPrompt="1"/>
          </p:nvPr>
        </p:nvSpPr>
        <p:spPr>
          <a:xfrm flipH="1">
            <a:off x="838200" y="1825625"/>
            <a:ext cx="10515600" cy="4351338"/>
          </a:xfrm>
        </p:spPr>
        <p:txBody>
          <a:bodyPr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he-IL" noProof="0"/>
              <a:t>לחץ כדי לערוך סגנונות טקסט של תבנית בסיס</a:t>
            </a:r>
          </a:p>
          <a:p>
            <a:pPr lvl="1" rtl="1"/>
            <a:r>
              <a:rPr lang="he-IL" noProof="0"/>
              <a:t>רמה שניה</a:t>
            </a:r>
          </a:p>
          <a:p>
            <a:pPr lvl="2" rtl="1"/>
            <a:r>
              <a:rPr lang="he-IL" noProof="0"/>
              <a:t>רמה שלישית</a:t>
            </a:r>
          </a:p>
          <a:p>
            <a:pPr lvl="3" rtl="1"/>
            <a:r>
              <a:rPr lang="he-IL" noProof="0"/>
              <a:t>רמה רביעית</a:t>
            </a:r>
          </a:p>
          <a:p>
            <a:pPr lvl="4" rtl="1"/>
            <a:r>
              <a:rPr lang="he-IL" noProof="0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 flipH="1">
            <a:off x="8077200" y="6356350"/>
            <a:ext cx="3276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fld id="{5690DC68-856D-46FB-B257-9B020D648037}" type="datetime1">
              <a:rPr lang="he-IL" noProof="0" smtClean="0"/>
              <a:t>ג'/סיון/תשפ"ד</a:t>
            </a:fld>
            <a:endParaRPr lang="he-IL" noProof="0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 flipH="1">
            <a:off x="4648200" y="6356350"/>
            <a:ext cx="2895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algn="ctr"/>
            <a:r>
              <a:rPr lang="he-IL" noProof="0" dirty="0"/>
              <a:t>הוסף כותרת תחתונה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 flipH="1">
            <a:off x="838200" y="6356350"/>
            <a:ext cx="3276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algn="l"/>
            <a:fld id="{062D6987-FB6D-4DB8-81B8-AD0F35E3BB5F}" type="slidenum">
              <a:rPr lang="he-IL" noProof="0" smtClean="0"/>
              <a:pPr algn="l"/>
              <a:t>‹#›</a:t>
            </a:fld>
            <a:endParaRPr lang="he-IL" noProof="0" dirty="0"/>
          </a:p>
        </p:txBody>
      </p:sp>
    </p:spTree>
    <p:extLst>
      <p:ext uri="{BB962C8B-B14F-4D97-AF65-F5344CB8AC3E}">
        <p14:creationId xmlns:p14="http://schemas.microsoft.com/office/powerpoint/2010/main" val="1702466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844550" y="1709738"/>
            <a:ext cx="10515600" cy="2862262"/>
          </a:xfrm>
        </p:spPr>
        <p:txBody>
          <a:bodyPr rtlCol="1" anchor="b"/>
          <a:lstStyle>
            <a:lvl1pPr algn="r" rtl="1">
              <a:defRPr sz="6000"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 hasCustomPrompt="1"/>
          </p:nvPr>
        </p:nvSpPr>
        <p:spPr>
          <a:xfrm flipH="1">
            <a:off x="844550" y="4589463"/>
            <a:ext cx="10515600" cy="1500187"/>
          </a:xfrm>
        </p:spPr>
        <p:txBody>
          <a:bodyPr rtlCol="1"/>
          <a:lstStyle>
            <a:lvl1pPr marL="0" indent="0" algn="r" rtl="1">
              <a:buNone/>
              <a:defRPr sz="2400"/>
            </a:lvl1pPr>
            <a:lvl2pPr marL="457200" indent="0" algn="r" rtl="1">
              <a:buNone/>
              <a:defRPr sz="2000"/>
            </a:lvl2pPr>
            <a:lvl3pPr marL="914400" indent="0" algn="r" rtl="1">
              <a:buNone/>
              <a:defRPr sz="1800"/>
            </a:lvl3pPr>
            <a:lvl4pPr marL="1371600" indent="0" algn="r" rtl="1">
              <a:buNone/>
              <a:defRPr sz="1600"/>
            </a:lvl4pPr>
            <a:lvl5pPr marL="1828800" indent="0" algn="r" rtl="1">
              <a:buNone/>
              <a:defRPr sz="1600"/>
            </a:lvl5pPr>
            <a:lvl6pPr marL="2286000" indent="0" algn="r" rtl="1">
              <a:buNone/>
              <a:defRPr sz="1600"/>
            </a:lvl6pPr>
            <a:lvl7pPr marL="2743200" indent="0" algn="r" rtl="1">
              <a:buNone/>
              <a:defRPr sz="1600"/>
            </a:lvl7pPr>
            <a:lvl8pPr marL="3200400" indent="0" algn="r" rtl="1">
              <a:buNone/>
              <a:defRPr sz="1600"/>
            </a:lvl8pPr>
            <a:lvl9pPr marL="3657600" indent="0" algn="r" rtl="1">
              <a:buNone/>
              <a:defRPr sz="1600"/>
            </a:lvl9pPr>
          </a:lstStyle>
          <a:p>
            <a:pPr lvl="0" rtl="1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 flipH="1">
            <a:off x="8077200" y="6356350"/>
            <a:ext cx="3276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fld id="{8F0CE0F2-8033-4BA0-89D4-BE324BF714DA}" type="datetime1">
              <a:rPr lang="he-IL" noProof="0" smtClean="0"/>
              <a:t>ג'/סיון/תשפ"ד</a:t>
            </a:fld>
            <a:endParaRPr lang="he-IL" noProof="0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 flipH="1">
            <a:off x="4648200" y="6356350"/>
            <a:ext cx="2895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algn="ctr"/>
            <a:r>
              <a:rPr lang="he-IL" dirty="0"/>
              <a:t>הוסף כותרת תחתונה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 flipH="1">
            <a:off x="838200" y="6356350"/>
            <a:ext cx="32766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062D6987-FB6D-4DB8-81B8-AD0F35E3BB5F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233611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838200" y="365125"/>
            <a:ext cx="10515600" cy="1325563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 hasCustomPrompt="1"/>
          </p:nvPr>
        </p:nvSpPr>
        <p:spPr>
          <a:xfrm flipH="1">
            <a:off x="6172200" y="1825625"/>
            <a:ext cx="5181600" cy="4351338"/>
          </a:xfrm>
        </p:spPr>
        <p:txBody>
          <a:bodyPr rtlCol="1"/>
          <a:lstStyle>
            <a:lvl1pPr algn="r" rtl="1">
              <a:defRPr sz="2800"/>
            </a:lvl1pPr>
            <a:lvl2pPr algn="r" rtl="1">
              <a:defRPr sz="2400"/>
            </a:lvl2pPr>
            <a:lvl3pPr algn="r" rtl="1">
              <a:defRPr sz="2000"/>
            </a:lvl3pPr>
            <a:lvl4pPr algn="r" rtl="1">
              <a:defRPr sz="1800"/>
            </a:lvl4pPr>
            <a:lvl5pPr algn="r" rtl="1">
              <a:defRPr sz="1800"/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he-IL" noProof="0"/>
              <a:t>לחץ כדי לערוך סגנונות טקסט של תבנית בסיס</a:t>
            </a:r>
          </a:p>
          <a:p>
            <a:pPr lvl="1" rtl="1"/>
            <a:r>
              <a:rPr lang="he-IL" noProof="0"/>
              <a:t>רמה שניה</a:t>
            </a:r>
          </a:p>
          <a:p>
            <a:pPr lvl="2" rtl="1"/>
            <a:r>
              <a:rPr lang="he-IL" noProof="0"/>
              <a:t>רמה שלישית</a:t>
            </a:r>
          </a:p>
          <a:p>
            <a:pPr lvl="3" rtl="1"/>
            <a:r>
              <a:rPr lang="he-IL" noProof="0"/>
              <a:t>רמה רביעית</a:t>
            </a:r>
          </a:p>
          <a:p>
            <a:pPr lvl="4" rtl="1"/>
            <a:r>
              <a:rPr lang="he-IL" noProof="0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 hasCustomPrompt="1"/>
          </p:nvPr>
        </p:nvSpPr>
        <p:spPr>
          <a:xfrm flipH="1">
            <a:off x="838200" y="1825625"/>
            <a:ext cx="5181600" cy="4351338"/>
          </a:xfrm>
        </p:spPr>
        <p:txBody>
          <a:bodyPr rtlCol="1"/>
          <a:lstStyle>
            <a:lvl1pPr algn="r" rtl="1">
              <a:defRPr sz="2800"/>
            </a:lvl1pPr>
            <a:lvl2pPr algn="r" rtl="1">
              <a:defRPr sz="2400"/>
            </a:lvl2pPr>
            <a:lvl3pPr algn="r" rtl="1">
              <a:defRPr sz="2000"/>
            </a:lvl3pPr>
            <a:lvl4pPr algn="r" rtl="1">
              <a:defRPr sz="1800"/>
            </a:lvl4pPr>
            <a:lvl5pPr algn="r" rtl="1">
              <a:defRPr sz="1800"/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he-IL" noProof="0"/>
              <a:t>לחץ כדי לערוך סגנונות טקסט של תבנית בסיס</a:t>
            </a:r>
          </a:p>
          <a:p>
            <a:pPr lvl="1" rtl="1"/>
            <a:r>
              <a:rPr lang="he-IL" noProof="0"/>
              <a:t>רמה שניה</a:t>
            </a:r>
          </a:p>
          <a:p>
            <a:pPr lvl="2" rtl="1"/>
            <a:r>
              <a:rPr lang="he-IL" noProof="0"/>
              <a:t>רמה שלישית</a:t>
            </a:r>
          </a:p>
          <a:p>
            <a:pPr lvl="3" rtl="1"/>
            <a:r>
              <a:rPr lang="he-IL" noProof="0"/>
              <a:t>רמה רביעית</a:t>
            </a:r>
          </a:p>
          <a:p>
            <a:pPr lvl="4" rtl="1"/>
            <a:r>
              <a:rPr lang="he-IL" noProof="0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 flipH="1">
            <a:off x="8077200" y="6356350"/>
            <a:ext cx="3276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fld id="{624B5F0C-98D9-45A3-9F5F-92EB0C325402}" type="datetime1">
              <a:rPr lang="he-IL" noProof="0" smtClean="0"/>
              <a:t>ג'/סיון/תשפ"ד</a:t>
            </a:fld>
            <a:endParaRPr lang="he-IL" noProof="0" dirty="0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 flipH="1">
            <a:off x="4648200" y="6356350"/>
            <a:ext cx="2895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algn="ctr"/>
            <a:r>
              <a:rPr lang="he-IL" dirty="0"/>
              <a:t>הוסף כותרת תחתונה</a:t>
            </a: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 flipH="1">
            <a:off x="838200" y="6356350"/>
            <a:ext cx="32766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062D6987-FB6D-4DB8-81B8-AD0F35E3BB5F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521872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844550" y="274638"/>
            <a:ext cx="10515600" cy="1143000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 hasCustomPrompt="1"/>
          </p:nvPr>
        </p:nvSpPr>
        <p:spPr>
          <a:xfrm flipH="1">
            <a:off x="6203950" y="1489075"/>
            <a:ext cx="5156200" cy="641350"/>
          </a:xfr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 hasCustomPrompt="1"/>
          </p:nvPr>
        </p:nvSpPr>
        <p:spPr>
          <a:xfrm flipH="1">
            <a:off x="6203950" y="2193925"/>
            <a:ext cx="5156200" cy="3978275"/>
          </a:xfrm>
        </p:spPr>
        <p:txBody>
          <a:bodyPr rtlCol="1"/>
          <a:lstStyle>
            <a:lvl1pPr algn="r" rtl="1">
              <a:defRPr sz="2400"/>
            </a:lvl1pPr>
            <a:lvl2pPr algn="r" rtl="1">
              <a:defRPr sz="2000"/>
            </a:lvl2pPr>
            <a:lvl3pPr algn="r" rtl="1">
              <a:defRPr sz="1800"/>
            </a:lvl3pPr>
            <a:lvl4pPr algn="r" rtl="1">
              <a:defRPr sz="1600"/>
            </a:lvl4pPr>
            <a:lvl5pPr algn="r" rtl="1">
              <a:defRPr sz="1600"/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he-IL" noProof="0"/>
              <a:t>לחץ כדי לערוך סגנונות טקסט של תבנית בסיס</a:t>
            </a:r>
          </a:p>
          <a:p>
            <a:pPr lvl="1" rtl="1"/>
            <a:r>
              <a:rPr lang="he-IL" noProof="0"/>
              <a:t>רמה שניה</a:t>
            </a:r>
          </a:p>
          <a:p>
            <a:pPr lvl="2" rtl="1"/>
            <a:r>
              <a:rPr lang="he-IL" noProof="0"/>
              <a:t>רמה שלישית</a:t>
            </a:r>
          </a:p>
          <a:p>
            <a:pPr lvl="3" rtl="1"/>
            <a:r>
              <a:rPr lang="he-IL" noProof="0"/>
              <a:t>רמה רביעית</a:t>
            </a:r>
          </a:p>
          <a:p>
            <a:pPr lvl="4" rtl="1"/>
            <a:r>
              <a:rPr lang="he-IL" noProof="0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 hasCustomPrompt="1"/>
          </p:nvPr>
        </p:nvSpPr>
        <p:spPr>
          <a:xfrm flipH="1">
            <a:off x="844550" y="1489075"/>
            <a:ext cx="5157787" cy="641350"/>
          </a:xfr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 hasCustomPrompt="1"/>
          </p:nvPr>
        </p:nvSpPr>
        <p:spPr>
          <a:xfrm flipH="1">
            <a:off x="844550" y="2193925"/>
            <a:ext cx="5157787" cy="3978275"/>
          </a:xfrm>
        </p:spPr>
        <p:txBody>
          <a:bodyPr rtlCol="1"/>
          <a:lstStyle>
            <a:lvl1pPr algn="r" rtl="1">
              <a:defRPr sz="2400"/>
            </a:lvl1pPr>
            <a:lvl2pPr algn="r" rtl="1">
              <a:defRPr sz="2000"/>
            </a:lvl2pPr>
            <a:lvl3pPr algn="r" rtl="1">
              <a:defRPr sz="1800"/>
            </a:lvl3pPr>
            <a:lvl4pPr algn="r" rtl="1">
              <a:defRPr sz="1600"/>
            </a:lvl4pPr>
            <a:lvl5pPr algn="r" rtl="1">
              <a:defRPr sz="1600"/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he-IL" noProof="0"/>
              <a:t>לחץ כדי לערוך סגנונות טקסט של תבנית בסיס</a:t>
            </a:r>
          </a:p>
          <a:p>
            <a:pPr lvl="1" rtl="1"/>
            <a:r>
              <a:rPr lang="he-IL" noProof="0"/>
              <a:t>רמה שניה</a:t>
            </a:r>
          </a:p>
          <a:p>
            <a:pPr lvl="2" rtl="1"/>
            <a:r>
              <a:rPr lang="he-IL" noProof="0"/>
              <a:t>רמה שלישית</a:t>
            </a:r>
          </a:p>
          <a:p>
            <a:pPr lvl="3" rtl="1"/>
            <a:r>
              <a:rPr lang="he-IL" noProof="0"/>
              <a:t>רמה רביעית</a:t>
            </a:r>
          </a:p>
          <a:p>
            <a:pPr lvl="4" rtl="1"/>
            <a:r>
              <a:rPr lang="he-IL" noProof="0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>
          <a:xfrm flipH="1">
            <a:off x="8077200" y="6356350"/>
            <a:ext cx="3276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fld id="{D12FAC50-3975-445B-A498-7104967EE07A}" type="datetime1">
              <a:rPr lang="he-IL" noProof="0" smtClean="0"/>
              <a:t>ג'/סיון/תשפ"ד</a:t>
            </a:fld>
            <a:endParaRPr lang="he-IL" noProof="0" dirty="0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>
          <a:xfrm flipH="1">
            <a:off x="4648200" y="6356350"/>
            <a:ext cx="2895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algn="ctr"/>
            <a:r>
              <a:rPr lang="he-IL" noProof="0" dirty="0"/>
              <a:t>הוסף כותרת תחתונה</a:t>
            </a:r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>
          <a:xfrm flipH="1">
            <a:off x="838200" y="6356350"/>
            <a:ext cx="32766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062D6987-FB6D-4DB8-81B8-AD0F35E3BB5F}" type="slidenum">
              <a:rPr lang="he-IL" noProof="0" smtClean="0"/>
              <a:pPr/>
              <a:t>‹#›</a:t>
            </a:fld>
            <a:endParaRPr lang="he-IL" noProof="0" dirty="0"/>
          </a:p>
        </p:txBody>
      </p:sp>
    </p:spTree>
    <p:extLst>
      <p:ext uri="{BB962C8B-B14F-4D97-AF65-F5344CB8AC3E}">
        <p14:creationId xmlns:p14="http://schemas.microsoft.com/office/powerpoint/2010/main" val="110092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838200" y="365125"/>
            <a:ext cx="10515600" cy="1325563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>
          <a:xfrm flipH="1">
            <a:off x="8077200" y="6356350"/>
            <a:ext cx="3276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fld id="{380408C4-9282-4522-91A2-1EC9F39DF094}" type="datetime1">
              <a:rPr lang="he-IL" noProof="0" smtClean="0"/>
              <a:t>ג'/סיון/תשפ"ד</a:t>
            </a:fld>
            <a:endParaRPr lang="he-IL" noProof="0" dirty="0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>
          <a:xfrm flipH="1">
            <a:off x="4648200" y="6356350"/>
            <a:ext cx="2895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algn="ctr"/>
            <a:r>
              <a:rPr lang="he-IL" dirty="0"/>
              <a:t>הוסף כותרת תחתונה</a:t>
            </a:r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>
          <a:xfrm flipH="1">
            <a:off x="838200" y="6356350"/>
            <a:ext cx="32766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062D6987-FB6D-4DB8-81B8-AD0F35E3BB5F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918406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>
          <a:xfrm flipH="1">
            <a:off x="8077200" y="6356350"/>
            <a:ext cx="3276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fld id="{31A22255-3C3B-4605-B0D1-CEE6E280CE8A}" type="datetime1">
              <a:rPr lang="he-IL" noProof="0" smtClean="0"/>
              <a:t>ג'/סיון/תשפ"ד</a:t>
            </a:fld>
            <a:endParaRPr lang="he-IL" noProof="0" dirty="0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>
          <a:xfrm flipH="1">
            <a:off x="4648200" y="6356350"/>
            <a:ext cx="2895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algn="ctr"/>
            <a:r>
              <a:rPr lang="he-IL" dirty="0"/>
              <a:t>הוסף כותרת תחתונה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>
          <a:xfrm flipH="1">
            <a:off x="838200" y="6356350"/>
            <a:ext cx="32766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062D6987-FB6D-4DB8-81B8-AD0F35E3BB5F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97625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7419975" y="457200"/>
            <a:ext cx="3932237" cy="1600200"/>
          </a:xfrm>
        </p:spPr>
        <p:txBody>
          <a:bodyPr rtlCol="1" anchor="b"/>
          <a:lstStyle>
            <a:lvl1pPr algn="r" rtl="1">
              <a:defRPr sz="3200"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 hasCustomPrompt="1"/>
          </p:nvPr>
        </p:nvSpPr>
        <p:spPr>
          <a:xfrm flipH="1">
            <a:off x="836612" y="987425"/>
            <a:ext cx="6172200" cy="4873625"/>
          </a:xfrm>
        </p:spPr>
        <p:txBody>
          <a:bodyPr rtlCol="1"/>
          <a:lstStyle>
            <a:lvl1pPr algn="r" rtl="1">
              <a:defRPr sz="3200"/>
            </a:lvl1pPr>
            <a:lvl2pPr algn="r" rtl="1">
              <a:defRPr sz="2800"/>
            </a:lvl2pPr>
            <a:lvl3pPr algn="r" rtl="1">
              <a:defRPr sz="2400"/>
            </a:lvl3pPr>
            <a:lvl4pPr algn="r" rtl="1">
              <a:defRPr sz="2000"/>
            </a:lvl4pPr>
            <a:lvl5pPr algn="r" rtl="1">
              <a:defRPr sz="2000"/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he-IL" noProof="0"/>
              <a:t>לחץ כדי לערוך סגנונות טקסט של תבנית בסיס</a:t>
            </a:r>
          </a:p>
          <a:p>
            <a:pPr lvl="1" rtl="1"/>
            <a:r>
              <a:rPr lang="he-IL" noProof="0"/>
              <a:t>רמה שניה</a:t>
            </a:r>
          </a:p>
          <a:p>
            <a:pPr lvl="2" rtl="1"/>
            <a:r>
              <a:rPr lang="he-IL" noProof="0"/>
              <a:t>רמה שלישית</a:t>
            </a:r>
          </a:p>
          <a:p>
            <a:pPr lvl="3" rtl="1"/>
            <a:r>
              <a:rPr lang="he-IL" noProof="0"/>
              <a:t>רמה רביעית</a:t>
            </a:r>
          </a:p>
          <a:p>
            <a:pPr lvl="4" rtl="1"/>
            <a:r>
              <a:rPr lang="he-IL" noProof="0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 hasCustomPrompt="1"/>
          </p:nvPr>
        </p:nvSpPr>
        <p:spPr>
          <a:xfrm flipH="1">
            <a:off x="7419975" y="2101850"/>
            <a:ext cx="3932237" cy="3759200"/>
          </a:xfrm>
        </p:spPr>
        <p:txBody>
          <a:bodyPr rtlCol="1"/>
          <a:lstStyle>
            <a:lvl1pPr marL="0" indent="0" algn="r" rtl="1">
              <a:buNone/>
              <a:defRPr sz="1600"/>
            </a:lvl1pPr>
            <a:lvl2pPr marL="457200" indent="0" algn="r" rtl="1">
              <a:buNone/>
              <a:defRPr sz="1400"/>
            </a:lvl2pPr>
            <a:lvl3pPr marL="914400" indent="0" algn="r" rtl="1">
              <a:buNone/>
              <a:defRPr sz="1200"/>
            </a:lvl3pPr>
            <a:lvl4pPr marL="1371600" indent="0" algn="r" rtl="1">
              <a:buNone/>
              <a:defRPr sz="1000"/>
            </a:lvl4pPr>
            <a:lvl5pPr marL="1828800" indent="0" algn="r" rtl="1">
              <a:buNone/>
              <a:defRPr sz="1000"/>
            </a:lvl5pPr>
            <a:lvl6pPr marL="2286000" indent="0" algn="r" rtl="1">
              <a:buNone/>
              <a:defRPr sz="1000"/>
            </a:lvl6pPr>
            <a:lvl7pPr marL="2743200" indent="0" algn="r" rtl="1">
              <a:buNone/>
              <a:defRPr sz="1000"/>
            </a:lvl7pPr>
            <a:lvl8pPr marL="3200400" indent="0" algn="r" rtl="1">
              <a:buNone/>
              <a:defRPr sz="1000"/>
            </a:lvl8pPr>
            <a:lvl9pPr marL="3657600" indent="0" algn="r" rtl="1">
              <a:buNone/>
              <a:defRPr sz="1000"/>
            </a:lvl9pPr>
          </a:lstStyle>
          <a:p>
            <a:pPr lvl="0" rtl="1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 flipH="1">
            <a:off x="8077200" y="6356350"/>
            <a:ext cx="3276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fld id="{996B984D-6FD4-46EB-8938-DA96C2F6A657}" type="datetime1">
              <a:rPr lang="he-IL" noProof="0" smtClean="0"/>
              <a:t>ג'/סיון/תשפ"ד</a:t>
            </a:fld>
            <a:endParaRPr lang="he-IL" noProof="0" dirty="0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 flipH="1">
            <a:off x="4648200" y="6356350"/>
            <a:ext cx="2895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algn="ctr"/>
            <a:r>
              <a:rPr lang="he-IL" noProof="0" dirty="0"/>
              <a:t>הוסף כותרת תחתונה</a:t>
            </a: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 flipH="1">
            <a:off x="838200" y="6356350"/>
            <a:ext cx="32766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062D6987-FB6D-4DB8-81B8-AD0F35E3BB5F}" type="slidenum">
              <a:rPr lang="he-IL" noProof="0" smtClean="0"/>
              <a:pPr/>
              <a:t>‹#›</a:t>
            </a:fld>
            <a:endParaRPr lang="he-IL" noProof="0" dirty="0"/>
          </a:p>
        </p:txBody>
      </p:sp>
    </p:spTree>
    <p:extLst>
      <p:ext uri="{BB962C8B-B14F-4D97-AF65-F5344CB8AC3E}">
        <p14:creationId xmlns:p14="http://schemas.microsoft.com/office/powerpoint/2010/main" val="943659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7419975" y="457200"/>
            <a:ext cx="3932237" cy="1600200"/>
          </a:xfrm>
        </p:spPr>
        <p:txBody>
          <a:bodyPr rtlCol="1" anchor="b"/>
          <a:lstStyle>
            <a:lvl1pPr algn="r" rtl="1">
              <a:defRPr sz="3200"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 flipH="1">
            <a:off x="836612" y="987425"/>
            <a:ext cx="6172200" cy="4873625"/>
          </a:xfrm>
        </p:spPr>
        <p:txBody>
          <a:bodyPr rtlCol="1"/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rtl="1"/>
            <a:r>
              <a:rPr lang="he-IL" noProof="0" dirty="0" smtClean="0"/>
              <a:t>לחץ על הסמל כדי להוסיף תמונה</a:t>
            </a:r>
            <a:endParaRPr lang="he-IL" noProof="0" dirty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 hasCustomPrompt="1"/>
          </p:nvPr>
        </p:nvSpPr>
        <p:spPr>
          <a:xfrm flipH="1">
            <a:off x="7419975" y="2101850"/>
            <a:ext cx="3932237" cy="3759200"/>
          </a:xfrm>
        </p:spPr>
        <p:txBody>
          <a:bodyPr rtlCol="1"/>
          <a:lstStyle>
            <a:lvl1pPr marL="0" indent="0" algn="r" rtl="1">
              <a:buNone/>
              <a:defRPr sz="1600"/>
            </a:lvl1pPr>
            <a:lvl2pPr marL="457200" indent="0" algn="r" rtl="1">
              <a:buNone/>
              <a:defRPr sz="1400"/>
            </a:lvl2pPr>
            <a:lvl3pPr marL="914400" indent="0" algn="r" rtl="1">
              <a:buNone/>
              <a:defRPr sz="1200"/>
            </a:lvl3pPr>
            <a:lvl4pPr marL="1371600" indent="0" algn="r" rtl="1">
              <a:buNone/>
              <a:defRPr sz="1000"/>
            </a:lvl4pPr>
            <a:lvl5pPr marL="1828800" indent="0" algn="r" rtl="1">
              <a:buNone/>
              <a:defRPr sz="1000"/>
            </a:lvl5pPr>
            <a:lvl6pPr marL="2286000" indent="0" algn="r" rtl="1">
              <a:buNone/>
              <a:defRPr sz="1000"/>
            </a:lvl6pPr>
            <a:lvl7pPr marL="2743200" indent="0" algn="r" rtl="1">
              <a:buNone/>
              <a:defRPr sz="1000"/>
            </a:lvl7pPr>
            <a:lvl8pPr marL="3200400" indent="0" algn="r" rtl="1">
              <a:buNone/>
              <a:defRPr sz="1000"/>
            </a:lvl8pPr>
            <a:lvl9pPr marL="3657600" indent="0" algn="r" rtl="1">
              <a:buNone/>
              <a:defRPr sz="1000"/>
            </a:lvl9pPr>
          </a:lstStyle>
          <a:p>
            <a:pPr lvl="0" rtl="1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 flipH="1">
            <a:off x="8077200" y="6356350"/>
            <a:ext cx="3276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fld id="{3A8EF268-9D96-44BC-955F-B7840BE6F3BB}" type="datetime1">
              <a:rPr lang="he-IL" noProof="0" smtClean="0"/>
              <a:t>ג'/סיון/תשפ"ד</a:t>
            </a:fld>
            <a:endParaRPr lang="he-IL" noProof="0" dirty="0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 flipH="1">
            <a:off x="4648200" y="6356350"/>
            <a:ext cx="2895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algn="ctr"/>
            <a:r>
              <a:rPr lang="he-IL" noProof="0" dirty="0"/>
              <a:t>הוסף כותרת תחתונה</a:t>
            </a: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 flipH="1">
            <a:off x="838200" y="6356350"/>
            <a:ext cx="32766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062D6987-FB6D-4DB8-81B8-AD0F35E3BB5F}" type="slidenum">
              <a:rPr lang="he-IL" noProof="0" smtClean="0"/>
              <a:pPr/>
              <a:t>‹#›</a:t>
            </a:fld>
            <a:endParaRPr lang="he-IL" noProof="0" dirty="0"/>
          </a:p>
        </p:txBody>
      </p:sp>
    </p:spTree>
    <p:extLst>
      <p:ext uri="{BB962C8B-B14F-4D97-AF65-F5344CB8AC3E}">
        <p14:creationId xmlns:p14="http://schemas.microsoft.com/office/powerpoint/2010/main" val="2522290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838200" y="365125"/>
            <a:ext cx="10515600" cy="1325563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/>
          </a:p>
        </p:txBody>
      </p:sp>
      <p:sp>
        <p:nvSpPr>
          <p:cNvPr id="3" name="מציין מיקום טקסט אנכי 2"/>
          <p:cNvSpPr>
            <a:spLocks noGrp="1"/>
          </p:cNvSpPr>
          <p:nvPr>
            <p:ph type="body" orient="vert" idx="1" hasCustomPrompt="1"/>
          </p:nvPr>
        </p:nvSpPr>
        <p:spPr>
          <a:xfrm flipH="1">
            <a:off x="838200" y="1825625"/>
            <a:ext cx="10515600" cy="4351338"/>
          </a:xfrm>
        </p:spPr>
        <p:txBody>
          <a:bodyPr vert="eaVert"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he-IL" noProof="0"/>
              <a:t>לחץ כדי לערוך סגנונות טקסט של תבנית בסיס</a:t>
            </a:r>
          </a:p>
          <a:p>
            <a:pPr lvl="1" rtl="1"/>
            <a:r>
              <a:rPr lang="he-IL" noProof="0"/>
              <a:t>רמה שניה</a:t>
            </a:r>
          </a:p>
          <a:p>
            <a:pPr lvl="2" rtl="1"/>
            <a:r>
              <a:rPr lang="he-IL" noProof="0"/>
              <a:t>רמה שלישית</a:t>
            </a:r>
          </a:p>
          <a:p>
            <a:pPr lvl="3" rtl="1"/>
            <a:r>
              <a:rPr lang="he-IL" noProof="0"/>
              <a:t>רמה רביעית</a:t>
            </a:r>
          </a:p>
          <a:p>
            <a:pPr lvl="4" rtl="1"/>
            <a:r>
              <a:rPr lang="he-IL" noProof="0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 flipH="1">
            <a:off x="8077200" y="6356350"/>
            <a:ext cx="3276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fld id="{AC3A024C-7A5E-4FC7-8B34-96C2FD2C9DF7}" type="datetime1">
              <a:rPr lang="he-IL" noProof="0" smtClean="0"/>
              <a:t>ג'/סיון/תשפ"ד</a:t>
            </a:fld>
            <a:endParaRPr lang="he-IL" noProof="0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 flipH="1">
            <a:off x="4648200" y="6356350"/>
            <a:ext cx="2895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algn="ctr"/>
            <a:r>
              <a:rPr lang="he-IL" noProof="0" dirty="0"/>
              <a:t>הוסף כותרת תחתונה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 flipH="1">
            <a:off x="838200" y="6356350"/>
            <a:ext cx="3276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algn="l"/>
            <a:fld id="{062D6987-FB6D-4DB8-81B8-AD0F35E3BB5F}" type="slidenum">
              <a:rPr lang="he-IL" noProof="0" smtClean="0"/>
              <a:pPr algn="l"/>
              <a:t>‹#›</a:t>
            </a:fld>
            <a:endParaRPr lang="he-IL" noProof="0" dirty="0"/>
          </a:p>
        </p:txBody>
      </p:sp>
    </p:spTree>
    <p:extLst>
      <p:ext uri="{BB962C8B-B14F-4D97-AF65-F5344CB8AC3E}">
        <p14:creationId xmlns:p14="http://schemas.microsoft.com/office/powerpoint/2010/main" val="63179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 flipH="1">
            <a:off x="838200" y="365125"/>
            <a:ext cx="2628900" cy="5811838"/>
          </a:xfrm>
        </p:spPr>
        <p:txBody>
          <a:bodyPr vert="vert270" rtlCol="1"/>
          <a:lstStyle>
            <a:lvl1pPr algn="r" rtl="1">
              <a:defRPr/>
            </a:lvl1pPr>
          </a:lstStyle>
          <a:p>
            <a:pPr rtl="1"/>
            <a:r>
              <a:rPr lang="he-IL" noProof="0" smtClean="0"/>
              <a:t>לחץ כדי לערוך סגנון כותרת של תבנית בסיס</a:t>
            </a:r>
            <a:endParaRPr lang="he-IL" noProof="0"/>
          </a:p>
        </p:txBody>
      </p:sp>
      <p:sp>
        <p:nvSpPr>
          <p:cNvPr id="3" name="מציין מיקום טקסט אנכי 2"/>
          <p:cNvSpPr>
            <a:spLocks noGrp="1"/>
          </p:cNvSpPr>
          <p:nvPr>
            <p:ph type="body" orient="vert" idx="1" hasCustomPrompt="1"/>
          </p:nvPr>
        </p:nvSpPr>
        <p:spPr>
          <a:xfrm flipH="1">
            <a:off x="3619500" y="365125"/>
            <a:ext cx="7734300" cy="5811838"/>
          </a:xfrm>
        </p:spPr>
        <p:txBody>
          <a:bodyPr vert="vert270"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he-IL" noProof="0"/>
              <a:t>לחץ כדי לערוך סגנונות טקסט של תבנית בסיס</a:t>
            </a:r>
          </a:p>
          <a:p>
            <a:pPr lvl="1" rtl="1"/>
            <a:r>
              <a:rPr lang="he-IL" noProof="0"/>
              <a:t>רמה שניה</a:t>
            </a:r>
          </a:p>
          <a:p>
            <a:pPr lvl="2" rtl="1"/>
            <a:r>
              <a:rPr lang="he-IL" noProof="0"/>
              <a:t>רמה שלישית</a:t>
            </a:r>
          </a:p>
          <a:p>
            <a:pPr lvl="3" rtl="1"/>
            <a:r>
              <a:rPr lang="he-IL" noProof="0"/>
              <a:t>רמה רביעית</a:t>
            </a:r>
          </a:p>
          <a:p>
            <a:pPr lvl="4" rtl="1"/>
            <a:r>
              <a:rPr lang="he-IL" noProof="0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 flipH="1">
            <a:off x="8077200" y="6356350"/>
            <a:ext cx="3276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fld id="{A3347D97-DE0D-463C-BDD3-4DE3162C5EB3}" type="datetime1">
              <a:rPr lang="he-IL" noProof="0" smtClean="0"/>
              <a:t>ג'/סיון/תשפ"ד</a:t>
            </a:fld>
            <a:endParaRPr lang="he-IL" noProof="0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 flipH="1">
            <a:off x="4648200" y="6356350"/>
            <a:ext cx="289560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algn="ctr"/>
            <a:r>
              <a:rPr lang="he-IL" noProof="0" dirty="0"/>
              <a:t>הוסף כותרת תחתונה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 flipH="1">
            <a:off x="838200" y="6356350"/>
            <a:ext cx="3276600" cy="365125"/>
          </a:xfrm>
        </p:spPr>
        <p:txBody>
          <a:bodyPr rtlCol="1"/>
          <a:lstStyle>
            <a:lvl1pPr algn="l" rtl="1">
              <a:defRPr/>
            </a:lvl1pPr>
          </a:lstStyle>
          <a:p>
            <a:fld id="{062D6987-FB6D-4DB8-81B8-AD0F35E3BB5F}" type="slidenum">
              <a:rPr lang="he-IL" noProof="0" smtClean="0"/>
              <a:pPr/>
              <a:t>‹#›</a:t>
            </a:fld>
            <a:endParaRPr lang="he-IL" noProof="0" dirty="0"/>
          </a:p>
        </p:txBody>
      </p:sp>
    </p:spTree>
    <p:extLst>
      <p:ext uri="{BB962C8B-B14F-4D97-AF65-F5344CB8AC3E}">
        <p14:creationId xmlns:p14="http://schemas.microsoft.com/office/powerpoint/2010/main" val="2446235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 flipH="1"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pPr rtl="1"/>
            <a:r>
              <a:rPr lang="he-IL" noProof="0" dirty="0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 flipH="1"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 rtl="1"/>
            <a:r>
              <a:rPr lang="he-IL" noProof="0" dirty="0"/>
              <a:t>לחץ כדי לערוך סגנונות טקסט של תבנית בסיס</a:t>
            </a:r>
          </a:p>
          <a:p>
            <a:pPr lvl="1" rtl="1"/>
            <a:r>
              <a:rPr lang="he-IL" noProof="0" dirty="0"/>
              <a:t>רמה שניה</a:t>
            </a:r>
          </a:p>
          <a:p>
            <a:pPr lvl="2" rtl="1"/>
            <a:r>
              <a:rPr lang="he-IL" noProof="0" dirty="0"/>
              <a:t>רמה שלישית</a:t>
            </a:r>
          </a:p>
          <a:p>
            <a:pPr lvl="3" rtl="1"/>
            <a:r>
              <a:rPr lang="he-IL" noProof="0" dirty="0"/>
              <a:t>רמה רביעית</a:t>
            </a:r>
          </a:p>
          <a:p>
            <a:pPr lvl="4" rtl="1"/>
            <a:r>
              <a:rPr lang="he-IL" noProof="0" dirty="0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 flipH="1"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24C7777-9756-4E57-A934-D171E2549ED7}" type="datetime1">
              <a:rPr lang="he-IL" noProof="0" smtClean="0"/>
              <a:t>ג'/סיון/תשפ"ד</a:t>
            </a:fld>
            <a:endParaRPr lang="he-IL" noProof="0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 flipH="1"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 rtl="1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he-IL" noProof="0" dirty="0"/>
              <a:t>הוסף כותרת תחתונה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 flipH="1"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 rtl="1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062D6987-FB6D-4DB8-81B8-AD0F35E3BB5F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9815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r" defTabSz="914400" rtl="1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r" defTabSz="914400" rtl="1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r" defTabSz="914400" rtl="1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r" defTabSz="914400" rtl="1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r" defTabSz="914400" rtl="1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 flipH="1">
            <a:off x="2037806" y="1041400"/>
            <a:ext cx="9300754" cy="2387600"/>
          </a:xfrm>
        </p:spPr>
        <p:txBody>
          <a:bodyPr rtlCol="1"/>
          <a:lstStyle/>
          <a:p>
            <a:pPr algn="r" rtl="1"/>
            <a:r>
              <a:rPr lang="he-IL" dirty="0" smtClean="0"/>
              <a:t>התאמת תספורות ותסרוקות </a:t>
            </a:r>
            <a:endParaRPr lang="he-IL" dirty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 flipH="1">
            <a:off x="1524000" y="3602038"/>
            <a:ext cx="9144000" cy="1655762"/>
          </a:xfrm>
        </p:spPr>
        <p:txBody>
          <a:bodyPr rtlCol="1"/>
          <a:lstStyle/>
          <a:p>
            <a:pPr algn="r" rtl="1"/>
            <a:r>
              <a:rPr lang="he-IL" dirty="0" smtClean="0"/>
              <a:t>עיצוב שיער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75613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כותרת 12"/>
          <p:cNvSpPr>
            <a:spLocks noGrp="1"/>
          </p:cNvSpPr>
          <p:nvPr>
            <p:ph type="title"/>
          </p:nvPr>
        </p:nvSpPr>
        <p:spPr>
          <a:xfrm flipH="1">
            <a:off x="819694" y="182246"/>
            <a:ext cx="10515600" cy="1325563"/>
          </a:xfrm>
        </p:spPr>
        <p:txBody>
          <a:bodyPr rtlCol="1">
            <a:normAutofit/>
          </a:bodyPr>
          <a:lstStyle/>
          <a:p>
            <a:pPr algn="ctr"/>
            <a:r>
              <a:rPr lang="he-IL" dirty="0"/>
              <a:t>התאמה למבנה הפנים </a:t>
            </a:r>
            <a:endParaRPr lang="he-IL" dirty="0"/>
          </a:p>
        </p:txBody>
      </p:sp>
      <p:sp>
        <p:nvSpPr>
          <p:cNvPr id="14" name="מציין מיקום תוכן 13"/>
          <p:cNvSpPr>
            <a:spLocks noGrp="1"/>
          </p:cNvSpPr>
          <p:nvPr>
            <p:ph idx="1"/>
          </p:nvPr>
        </p:nvSpPr>
        <p:spPr>
          <a:xfrm flipH="1">
            <a:off x="505097" y="1358536"/>
            <a:ext cx="11144794" cy="4798424"/>
          </a:xfrm>
        </p:spPr>
        <p:txBody>
          <a:bodyPr rtlCol="1">
            <a:noAutofit/>
          </a:bodyPr>
          <a:lstStyle/>
          <a:p>
            <a:pPr marL="0" lvl="0" indent="0">
              <a:lnSpc>
                <a:spcPct val="160000"/>
              </a:lnSpc>
              <a:buNone/>
            </a:pPr>
            <a:r>
              <a:rPr lang="he-IL" sz="2000" dirty="0" smtClean="0"/>
              <a:t>צורת </a:t>
            </a:r>
            <a:r>
              <a:rPr lang="he-IL" sz="2000" dirty="0"/>
              <a:t>פנינו נקבעת על פי מבנה העצמות ומיקומן בפנים. </a:t>
            </a:r>
            <a:endParaRPr lang="he-IL" sz="2000" dirty="0" smtClean="0"/>
          </a:p>
          <a:p>
            <a:pPr marL="0" lvl="0" indent="0">
              <a:lnSpc>
                <a:spcPct val="160000"/>
              </a:lnSpc>
              <a:buNone/>
            </a:pPr>
            <a:r>
              <a:rPr lang="he-IL" sz="2000" dirty="0" smtClean="0"/>
              <a:t>נהוג </a:t>
            </a:r>
            <a:r>
              <a:rPr lang="he-IL" sz="2000" dirty="0"/>
              <a:t>לחלק את </a:t>
            </a:r>
            <a:r>
              <a:rPr lang="he-IL" sz="2000" dirty="0" smtClean="0"/>
              <a:t>מגוון צורות </a:t>
            </a:r>
            <a:r>
              <a:rPr lang="he-IL" sz="2000" dirty="0"/>
              <a:t>הפנים ל-5 צורות והן : סגלגלות, עגולות, מרובעות, מאורכות </a:t>
            </a:r>
            <a:r>
              <a:rPr lang="he-IL" sz="2000" dirty="0" smtClean="0"/>
              <a:t>ודמויות לב. </a:t>
            </a:r>
          </a:p>
          <a:p>
            <a:pPr marL="0" lvl="0" indent="0">
              <a:lnSpc>
                <a:spcPct val="160000"/>
              </a:lnSpc>
              <a:buNone/>
            </a:pPr>
            <a:endParaRPr lang="he-IL" sz="2000" dirty="0" smtClean="0"/>
          </a:p>
          <a:p>
            <a:pPr marL="0" lvl="0" indent="0">
              <a:lnSpc>
                <a:spcPct val="160000"/>
              </a:lnSpc>
              <a:buNone/>
            </a:pPr>
            <a:endParaRPr lang="he-IL" sz="2000" dirty="0"/>
          </a:p>
          <a:p>
            <a:pPr marL="0" lvl="0" indent="0">
              <a:lnSpc>
                <a:spcPct val="160000"/>
              </a:lnSpc>
              <a:buNone/>
            </a:pPr>
            <a:endParaRPr lang="he-IL" sz="2000" dirty="0" smtClean="0"/>
          </a:p>
          <a:p>
            <a:pPr marL="0" lvl="0" indent="0">
              <a:lnSpc>
                <a:spcPct val="160000"/>
              </a:lnSpc>
              <a:buNone/>
            </a:pPr>
            <a:r>
              <a:rPr lang="he-IL" sz="2000" dirty="0" smtClean="0"/>
              <a:t>תפקידו </a:t>
            </a:r>
            <a:r>
              <a:rPr lang="he-IL" sz="2000" dirty="0"/>
              <a:t>העיקרי של הספר הוא להתאים תספורת ותסרוקת שיעזרו לאזן </a:t>
            </a:r>
            <a:r>
              <a:rPr lang="he-IL" sz="2000" dirty="0" smtClean="0"/>
              <a:t>את מבנה </a:t>
            </a:r>
            <a:r>
              <a:rPr lang="he-IL" sz="2000" dirty="0"/>
              <a:t>הפנים</a:t>
            </a:r>
            <a:r>
              <a:rPr lang="he-IL" sz="2000" dirty="0" smtClean="0"/>
              <a:t>. </a:t>
            </a:r>
          </a:p>
          <a:p>
            <a:pPr marL="0" lvl="0" indent="0">
              <a:lnSpc>
                <a:spcPct val="160000"/>
              </a:lnSpc>
              <a:buNone/>
            </a:pPr>
            <a:r>
              <a:rPr lang="he-IL" sz="2000" dirty="0" smtClean="0"/>
              <a:t>העיקרון </a:t>
            </a:r>
            <a:r>
              <a:rPr lang="he-IL" sz="2000" dirty="0"/>
              <a:t>המנחה צריך להיות- השלמת נפח, באמצעות השיער</a:t>
            </a:r>
            <a:r>
              <a:rPr lang="he-IL" sz="2000" dirty="0" smtClean="0"/>
              <a:t>, לאזורי </a:t>
            </a:r>
            <a:r>
              <a:rPr lang="he-IL" sz="2000" dirty="0"/>
              <a:t>פנים הזקוקים להרחבה וכיסוי אזורי פנים, החורגים מהפרופורציה </a:t>
            </a:r>
            <a:r>
              <a:rPr lang="he-IL" sz="2000" dirty="0" smtClean="0"/>
              <a:t>הרצויה.   </a:t>
            </a:r>
            <a:endParaRPr lang="he-IL" sz="2000" dirty="0"/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713" y="2684099"/>
            <a:ext cx="5549402" cy="177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41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1082040" y="365125"/>
            <a:ext cx="10515600" cy="1325563"/>
          </a:xfrm>
        </p:spPr>
        <p:txBody>
          <a:bodyPr/>
          <a:lstStyle/>
          <a:p>
            <a:pPr algn="ctr"/>
            <a:r>
              <a:rPr lang="he-IL" dirty="0"/>
              <a:t>פנים </a:t>
            </a:r>
            <a:r>
              <a:rPr lang="he-IL" dirty="0" smtClean="0"/>
              <a:t>סגלגלות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צורה </a:t>
            </a:r>
            <a:r>
              <a:rPr lang="he-IL" dirty="0"/>
              <a:t>זו מקובלת כצורת הפנים המושלמות. </a:t>
            </a:r>
            <a:endParaRPr lang="he-IL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פנים אלו מחולקות </a:t>
            </a:r>
            <a:r>
              <a:rPr lang="he-IL" dirty="0"/>
              <a:t>ל-3 חלקים </a:t>
            </a:r>
            <a:r>
              <a:rPr lang="he-IL" dirty="0" smtClean="0"/>
              <a:t>:</a:t>
            </a:r>
          </a:p>
          <a:p>
            <a:pPr>
              <a:lnSpc>
                <a:spcPct val="150000"/>
              </a:lnSpc>
            </a:pPr>
            <a:r>
              <a:rPr lang="he-IL" dirty="0" smtClean="0"/>
              <a:t>מהמצח </a:t>
            </a:r>
            <a:r>
              <a:rPr lang="he-IL" dirty="0"/>
              <a:t>לגבות - שליש</a:t>
            </a:r>
            <a:r>
              <a:rPr lang="he-IL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he-IL" dirty="0" smtClean="0"/>
              <a:t>מהגבות </a:t>
            </a:r>
            <a:r>
              <a:rPr lang="he-IL" dirty="0"/>
              <a:t>עד לקצה האף שליש</a:t>
            </a:r>
            <a:r>
              <a:rPr lang="he-IL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he-IL" dirty="0" smtClean="0"/>
              <a:t>מקצה </a:t>
            </a:r>
            <a:r>
              <a:rPr lang="he-IL" dirty="0"/>
              <a:t>האף לקצה הסנטר השליש </a:t>
            </a:r>
            <a:r>
              <a:rPr lang="he-IL" dirty="0" smtClean="0"/>
              <a:t>האחרון. </a:t>
            </a:r>
            <a:endParaRPr lang="he-IL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964731"/>
            <a:ext cx="3409813" cy="477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049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1099458" y="365125"/>
            <a:ext cx="10515600" cy="1325563"/>
          </a:xfrm>
        </p:spPr>
        <p:txBody>
          <a:bodyPr/>
          <a:lstStyle/>
          <a:p>
            <a:pPr algn="ctr"/>
            <a:r>
              <a:rPr lang="he-IL" dirty="0"/>
              <a:t>פנים </a:t>
            </a:r>
            <a:r>
              <a:rPr lang="he-IL" dirty="0" smtClean="0"/>
              <a:t>עגולות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 flipH="1">
            <a:off x="4789714" y="1690688"/>
            <a:ext cx="6564086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פנים </a:t>
            </a:r>
            <a:r>
              <a:rPr lang="he-IL" dirty="0"/>
              <a:t>אלה מאופיינות על ידי קו שיער עגול וכך גם קו </a:t>
            </a:r>
            <a:r>
              <a:rPr lang="he-IL" dirty="0" smtClean="0"/>
              <a:t>סנטר. המטרה </a:t>
            </a:r>
            <a:r>
              <a:rPr lang="he-IL" dirty="0"/>
              <a:t>היא ליצור אשליית אורך לפנים</a:t>
            </a:r>
            <a:r>
              <a:rPr lang="he-IL" dirty="0" smtClean="0"/>
              <a:t>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זאת </a:t>
            </a:r>
            <a:r>
              <a:rPr lang="he-IL" dirty="0"/>
              <a:t>ניתן לעשות על ידי הגבהת השיער </a:t>
            </a:r>
            <a:r>
              <a:rPr lang="he-IL" dirty="0" smtClean="0"/>
              <a:t>בקודקוד וכיסוי </a:t>
            </a:r>
            <a:r>
              <a:rPr lang="he-IL" dirty="0"/>
              <a:t>האוזניים וחלק מהלחיים </a:t>
            </a:r>
            <a:r>
              <a:rPr lang="he-IL" dirty="0" smtClean="0"/>
              <a:t>בשיער.</a:t>
            </a:r>
            <a:endParaRPr lang="he-IL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71" y="1556912"/>
            <a:ext cx="4051680" cy="426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373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1143000" y="365125"/>
            <a:ext cx="10515600" cy="1325563"/>
          </a:xfrm>
        </p:spPr>
        <p:txBody>
          <a:bodyPr/>
          <a:lstStyle/>
          <a:p>
            <a:pPr algn="ctr"/>
            <a:r>
              <a:rPr lang="he-IL" dirty="0"/>
              <a:t>פנים מרובעות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 flipH="1">
            <a:off x="5617029" y="1690688"/>
            <a:ext cx="5736771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המאפיין </a:t>
            </a:r>
            <a:r>
              <a:rPr lang="he-IL" dirty="0"/>
              <a:t>מבנה זה הוא קו שיער וקו לסתות </a:t>
            </a:r>
            <a:r>
              <a:rPr lang="he-IL" dirty="0" smtClean="0"/>
              <a:t>מרובע.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הבעיות </a:t>
            </a:r>
            <a:r>
              <a:rPr lang="he-IL" dirty="0"/>
              <a:t>של פנים מרובעות דומות </a:t>
            </a:r>
            <a:r>
              <a:rPr lang="he-IL" dirty="0" smtClean="0"/>
              <a:t>לאלה של </a:t>
            </a:r>
            <a:r>
              <a:rPr lang="he-IL" dirty="0"/>
              <a:t>פנים עגולות. </a:t>
            </a:r>
            <a:endParaRPr lang="he-IL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המטרה </a:t>
            </a:r>
            <a:r>
              <a:rPr lang="he-IL" dirty="0"/>
              <a:t>היא "לשבור" </a:t>
            </a:r>
            <a:r>
              <a:rPr lang="he-IL" dirty="0" smtClean="0"/>
              <a:t>את המרובעות </a:t>
            </a:r>
            <a:r>
              <a:rPr lang="he-IL" dirty="0"/>
              <a:t>וליצור </a:t>
            </a:r>
            <a:r>
              <a:rPr lang="he-IL" dirty="0" smtClean="0"/>
              <a:t>אשליית </a:t>
            </a:r>
            <a:r>
              <a:rPr lang="he-IL" dirty="0"/>
              <a:t>אורך ורכות </a:t>
            </a:r>
            <a:r>
              <a:rPr lang="he-IL" dirty="0" smtClean="0"/>
              <a:t>בתווי הפנים</a:t>
            </a:r>
            <a:r>
              <a:rPr lang="he-IL" dirty="0"/>
              <a:t>. </a:t>
            </a:r>
            <a:endParaRPr lang="he-IL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יש </a:t>
            </a:r>
            <a:r>
              <a:rPr lang="he-IL" dirty="0"/>
              <a:t>להגביה את המצח על ידי הגבהת </a:t>
            </a:r>
            <a:r>
              <a:rPr lang="he-IL" dirty="0" smtClean="0"/>
              <a:t>השיער ולכסות </a:t>
            </a:r>
            <a:r>
              <a:rPr lang="he-IL" dirty="0"/>
              <a:t>מעט את קו הלסתות.</a:t>
            </a:r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21" y="1630455"/>
            <a:ext cx="4167306" cy="441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452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פנים </a:t>
            </a:r>
            <a:r>
              <a:rPr lang="he-IL" dirty="0" smtClean="0"/>
              <a:t>מאורכות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 flipH="1">
            <a:off x="4511040" y="1690688"/>
            <a:ext cx="6842760" cy="403955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מאפיין </a:t>
            </a:r>
            <a:r>
              <a:rPr lang="he-IL" dirty="0"/>
              <a:t>אותן האורך והלחיים השקועות. </a:t>
            </a:r>
            <a:endParaRPr lang="he-IL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המטרה </a:t>
            </a:r>
            <a:r>
              <a:rPr lang="he-IL" dirty="0"/>
              <a:t>היא </a:t>
            </a:r>
            <a:r>
              <a:rPr lang="he-IL" dirty="0" smtClean="0"/>
              <a:t>לגרום לכך </a:t>
            </a:r>
            <a:r>
              <a:rPr lang="he-IL" dirty="0"/>
              <a:t>שהפנים ייראו קצרים ורחבים יותר</a:t>
            </a:r>
            <a:r>
              <a:rPr lang="he-IL" dirty="0" smtClean="0"/>
              <a:t>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ניתן </a:t>
            </a:r>
            <a:r>
              <a:rPr lang="he-IL" dirty="0"/>
              <a:t>להשיג זאת על ידי תסרוקת </a:t>
            </a:r>
            <a:r>
              <a:rPr lang="he-IL" dirty="0" smtClean="0"/>
              <a:t>המצמידה את </a:t>
            </a:r>
            <a:r>
              <a:rPr lang="he-IL" dirty="0"/>
              <a:t>השיער בקודקוד, קווצות שיער על </a:t>
            </a:r>
            <a:r>
              <a:rPr lang="he-IL" dirty="0" smtClean="0"/>
              <a:t>המצח ונפח </a:t>
            </a:r>
            <a:r>
              <a:rPr lang="he-IL" dirty="0"/>
              <a:t>בצדי הפנים.</a:t>
            </a:r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7" y="3100252"/>
            <a:ext cx="4287753" cy="315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16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 title="פריסת כותרת ותוכן עם תרשים"/>
          <p:cNvSpPr>
            <a:spLocks noGrp="1"/>
          </p:cNvSpPr>
          <p:nvPr>
            <p:ph type="title"/>
          </p:nvPr>
        </p:nvSpPr>
        <p:spPr>
          <a:xfrm flipH="1">
            <a:off x="838200" y="365125"/>
            <a:ext cx="10515600" cy="1325563"/>
          </a:xfrm>
        </p:spPr>
        <p:txBody>
          <a:bodyPr rtlCol="1"/>
          <a:lstStyle/>
          <a:p>
            <a:pPr algn="ctr"/>
            <a:r>
              <a:rPr lang="he-IL" dirty="0"/>
              <a:t>פנים דמוי </a:t>
            </a:r>
            <a:r>
              <a:rPr lang="he-IL" dirty="0" smtClean="0"/>
              <a:t>לב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 flipH="1">
            <a:off x="3770810" y="1690688"/>
            <a:ext cx="7582988" cy="4039552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he-IL" dirty="0" smtClean="0"/>
              <a:t>פנים </a:t>
            </a:r>
            <a:r>
              <a:rPr lang="he-IL" dirty="0"/>
              <a:t>אלה מאופיינות במצח רחב ובקו סנטר צר, </a:t>
            </a:r>
            <a:r>
              <a:rPr lang="he-IL" dirty="0" smtClean="0"/>
              <a:t>כדי ליצור </a:t>
            </a:r>
            <a:r>
              <a:rPr lang="he-IL" dirty="0"/>
              <a:t>אשליה של מצח צר יותר </a:t>
            </a:r>
            <a:r>
              <a:rPr lang="he-IL" dirty="0" smtClean="0"/>
              <a:t>רצויה תסרוקת </a:t>
            </a:r>
            <a:r>
              <a:rPr lang="he-IL" dirty="0"/>
              <a:t>עם פסוקת אמצעית וקווצות </a:t>
            </a:r>
            <a:r>
              <a:rPr lang="he-IL" dirty="0" smtClean="0"/>
              <a:t>הנופלות משני </a:t>
            </a:r>
            <a:r>
              <a:rPr lang="he-IL" dirty="0"/>
              <a:t>צדי המצח</a:t>
            </a:r>
            <a:r>
              <a:rPr lang="he-IL" dirty="0" smtClean="0"/>
              <a:t>.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he-IL" dirty="0" smtClean="0"/>
              <a:t>אפשר </a:t>
            </a:r>
            <a:r>
              <a:rPr lang="he-IL" dirty="0"/>
              <a:t>גם לסרק את השיער לצד אחד</a:t>
            </a:r>
            <a:r>
              <a:rPr lang="he-IL" dirty="0" smtClean="0"/>
              <a:t>. באזור </a:t>
            </a:r>
            <a:r>
              <a:rPr lang="he-IL" dirty="0"/>
              <a:t>קו הסנטר רצוי להוסיף נפח ורכות בשיער.</a:t>
            </a:r>
          </a:p>
          <a:p>
            <a:endParaRPr lang="he-IL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2" y="2868205"/>
            <a:ext cx="3123536" cy="350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92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 smtClean="0"/>
              <a:t>סיכום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e-IL" dirty="0" smtClean="0"/>
              <a:t>ביחידה זו למדנו על סוגי צורת הפנים ואילו תספורות או תסרוקות הכי יתאימו להם.</a:t>
            </a:r>
          </a:p>
          <a:p>
            <a:pPr>
              <a:lnSpc>
                <a:spcPct val="150000"/>
              </a:lnSpc>
            </a:pPr>
            <a:r>
              <a:rPr lang="he-IL" dirty="0" smtClean="0"/>
              <a:t>למדנו מה מאפיין כל צורת פנים ומהי הצורה שנחשבת למושלמת.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51977162"/>
      </p:ext>
    </p:extLst>
  </p:cSld>
  <p:clrMapOvr>
    <a:masterClrMapping/>
  </p:clrMapOvr>
</p:sld>
</file>

<file path=ppt/theme/theme1.xml><?xml version="1.0" encoding="utf-8"?>
<a:theme xmlns:a="http://schemas.openxmlformats.org/drawingml/2006/main" name="תבנית בעיצוב מופשט ומלנכולי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26713485_TF03460530" id="{F07ED181-87AD-4EFE-81D2-4D08420CD647}" vid="{E949033E-C1AA-444E-A7FA-4E7E3A5123BF}"/>
    </a:ext>
  </a:extLst>
</a:theme>
</file>

<file path=ppt/theme/theme2.xml><?xml version="1.0" encoding="utf-8"?>
<a:theme xmlns:a="http://schemas.openxmlformats.org/drawingml/2006/main" name="ערכת נושא של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של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שקופיות בעיצוב מופשט ומלנכולי</Template>
  <TotalTime>52</TotalTime>
  <Words>307</Words>
  <Application>Microsoft Office PowerPoint</Application>
  <PresentationFormat>מסך רחב</PresentationFormat>
  <Paragraphs>37</Paragraphs>
  <Slides>8</Slides>
  <Notes>3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1" baseType="lpstr">
      <vt:lpstr>Arial</vt:lpstr>
      <vt:lpstr>Tahoma</vt:lpstr>
      <vt:lpstr>תבנית בעיצוב מופשט ומלנכולי</vt:lpstr>
      <vt:lpstr>התאמת תספורות ותסרוקות </vt:lpstr>
      <vt:lpstr>התאמה למבנה הפנים </vt:lpstr>
      <vt:lpstr>פנים סגלגלות </vt:lpstr>
      <vt:lpstr>פנים עגולות </vt:lpstr>
      <vt:lpstr>פנים מרובעות </vt:lpstr>
      <vt:lpstr>פנים מאורכות</vt:lpstr>
      <vt:lpstr>פנים דמוי לב</vt:lpstr>
      <vt:lpstr>סיכום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התאמת תספורות ותסרוקות</dc:title>
  <dc:creator>‏‏משתמש Windows</dc:creator>
  <cp:lastModifiedBy>‏‏משתמש Windows</cp:lastModifiedBy>
  <cp:revision>6</cp:revision>
  <dcterms:created xsi:type="dcterms:W3CDTF">2024-06-09T06:19:00Z</dcterms:created>
  <dcterms:modified xsi:type="dcterms:W3CDTF">2024-06-09T07:11:57Z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74064600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