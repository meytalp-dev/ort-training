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9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4013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3711C-B059-462E-A248-14A2EAD3791F}" type="datetimeFigureOut">
              <a:rPr lang="he-IL" smtClean="0"/>
              <a:t>כ"ד/אדר 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E2DD3-F771-489A-8DAA-B9A181BFF01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71640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3711C-B059-462E-A248-14A2EAD3791F}" type="datetimeFigureOut">
              <a:rPr lang="he-IL" smtClean="0"/>
              <a:t>כ"ד/אדר 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E2DD3-F771-489A-8DAA-B9A181BFF01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09539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3711C-B059-462E-A248-14A2EAD3791F}" type="datetimeFigureOut">
              <a:rPr lang="he-IL" smtClean="0"/>
              <a:t>כ"ד/אדר 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E2DD3-F771-489A-8DAA-B9A181BFF01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84616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3711C-B059-462E-A248-14A2EAD3791F}" type="datetimeFigureOut">
              <a:rPr lang="he-IL" smtClean="0"/>
              <a:t>כ"ד/אדר 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E2DD3-F771-489A-8DAA-B9A181BFF01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007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3711C-B059-462E-A248-14A2EAD3791F}" type="datetimeFigureOut">
              <a:rPr lang="he-IL" smtClean="0"/>
              <a:t>כ"ד/אדר ב/תשפ"ד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E2DD3-F771-489A-8DAA-B9A181BFF01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96222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3711C-B059-462E-A248-14A2EAD3791F}" type="datetimeFigureOut">
              <a:rPr lang="he-IL" smtClean="0"/>
              <a:t>כ"ד/אדר ב/תשפ"ד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E2DD3-F771-489A-8DAA-B9A181BFF01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33068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3711C-B059-462E-A248-14A2EAD3791F}" type="datetimeFigureOut">
              <a:rPr lang="he-IL" smtClean="0"/>
              <a:t>כ"ד/אדר ב/תשפ"ד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E2DD3-F771-489A-8DAA-B9A181BFF01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2249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3711C-B059-462E-A248-14A2EAD3791F}" type="datetimeFigureOut">
              <a:rPr lang="he-IL" smtClean="0"/>
              <a:t>כ"ד/אדר 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E2DD3-F771-489A-8DAA-B9A181BFF01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40805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 smtClean="0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3711C-B059-462E-A248-14A2EAD3791F}" type="datetimeFigureOut">
              <a:rPr lang="he-IL" smtClean="0"/>
              <a:t>כ"ד/אדר 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E2DD3-F771-489A-8DAA-B9A181BFF01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36252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 smtClean="0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3711C-B059-462E-A248-14A2EAD3791F}" type="datetimeFigureOut">
              <a:rPr lang="he-IL" smtClean="0"/>
              <a:t>כ"ד/אדר 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E2DD3-F771-489A-8DAA-B9A181BFF01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4686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3711C-B059-462E-A248-14A2EAD3791F}" type="datetimeFigureOut">
              <a:rPr lang="he-IL" smtClean="0"/>
              <a:t>כ"ד/אדר 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E2DD3-F771-489A-8DAA-B9A181BFF01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829760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3711C-B059-462E-A248-14A2EAD3791F}" type="datetimeFigureOut">
              <a:rPr lang="he-IL" smtClean="0"/>
              <a:t>כ"ד/אדר 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E2DD3-F771-489A-8DAA-B9A181BFF01E}" type="slidenum">
              <a:rPr lang="he-IL" smtClean="0"/>
              <a:t>‹#›</a:t>
            </a:fld>
            <a:endParaRPr lang="he-IL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101059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3711C-B059-462E-A248-14A2EAD3791F}" type="datetimeFigureOut">
              <a:rPr lang="he-IL" smtClean="0"/>
              <a:t>כ"ד/אדר 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E2DD3-F771-489A-8DAA-B9A181BFF01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252551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3711C-B059-462E-A248-14A2EAD3791F}" type="datetimeFigureOut">
              <a:rPr lang="he-IL" smtClean="0"/>
              <a:t>כ"ד/אדר ב/תשפ"ד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E2DD3-F771-489A-8DAA-B9A181BFF01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599860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 smtClean="0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 smtClean="0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 smtClean="0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3711C-B059-462E-A248-14A2EAD3791F}" type="datetimeFigureOut">
              <a:rPr lang="he-IL" smtClean="0"/>
              <a:t>כ"ד/אדר ב/תשפ"ד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E2DD3-F771-489A-8DAA-B9A181BFF01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756197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3711C-B059-462E-A248-14A2EAD3791F}" type="datetimeFigureOut">
              <a:rPr lang="he-IL" smtClean="0"/>
              <a:t>כ"ד/אדר 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E2DD3-F771-489A-8DAA-B9A181BFF01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2550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3711C-B059-462E-A248-14A2EAD3791F}" type="datetimeFigureOut">
              <a:rPr lang="he-IL" smtClean="0"/>
              <a:t>כ"ד/אדר 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E2DD3-F771-489A-8DAA-B9A181BFF01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635190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3711C-B059-462E-A248-14A2EAD3791F}" type="datetimeFigureOut">
              <a:rPr lang="he-IL" smtClean="0"/>
              <a:t>כ"ד/אדר ב/תשפ"ד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E2DD3-F771-489A-8DAA-B9A181BFF01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06733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813711C-B059-462E-A248-14A2EAD3791F}" type="datetimeFigureOut">
              <a:rPr lang="he-IL" smtClean="0"/>
              <a:t>כ"ד/אדר 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46E2DD3-F771-489A-8DAA-B9A181BFF01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00174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</p:sldLayoutIdLst>
  <p:txStyles>
    <p:titleStyle>
      <a:lvl1pPr algn="ct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426814" y="1645922"/>
            <a:ext cx="9604173" cy="2098962"/>
          </a:xfrm>
        </p:spPr>
        <p:txBody>
          <a:bodyPr>
            <a:normAutofit/>
          </a:bodyPr>
          <a:lstStyle/>
          <a:p>
            <a:r>
              <a:rPr lang="he-IL" sz="7200" b="1" cap="none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Lucida Sans Unicode" panose="020B0602030504020204" pitchFamily="34" charset="0"/>
                <a:cs typeface="Lucida Sans Unicode" panose="020B0602030504020204" pitchFamily="34" charset="0"/>
              </a:rPr>
              <a:t>היגיינה אישית וסביבתית</a:t>
            </a:r>
            <a:endParaRPr lang="he-IL" sz="7200" b="1" cap="none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he-IL" sz="2400" dirty="0" smtClean="0"/>
              <a:t>מגמת עיצוב שיער ואיפור</a:t>
            </a:r>
            <a:endParaRPr lang="he-IL" sz="2400" dirty="0"/>
          </a:p>
        </p:txBody>
      </p:sp>
    </p:spTree>
    <p:extLst>
      <p:ext uri="{BB962C8B-B14F-4D97-AF65-F5344CB8AC3E}">
        <p14:creationId xmlns:p14="http://schemas.microsoft.com/office/powerpoint/2010/main" val="2652199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5400" dirty="0" smtClean="0">
                <a:solidFill>
                  <a:schemeClr val="bg2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מטרות יחידת הלימוד</a:t>
            </a:r>
            <a:endParaRPr lang="he-IL" sz="5400" dirty="0">
              <a:solidFill>
                <a:schemeClr val="bg2">
                  <a:lumMod val="7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he-IL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התלמיד ילמד את מקור המילה היגיינה.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he-IL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התלמיד ילמד מדוע יש לשמור על בריאות האדם והחשיבות למקצוע.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he-IL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התלמיד יבין את חשיבות טיפוח הגוף כבעל מקצוע.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he-IL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התלמיד יבין מהי היגיינה אישית וסביבתית.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he-IL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התלמיד יבין את חשיבות היגיינה הסביבתית כבעל מקצוע.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he-IL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התלמיד ילמד על היגיינת הכלים וחשיבות חיטוי הכלים.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he-IL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התלמיד יכיר את חומרי החיטוי והציוד לחיטוי במספרה.</a:t>
            </a:r>
          </a:p>
        </p:txBody>
      </p:sp>
    </p:spTree>
    <p:extLst>
      <p:ext uri="{BB962C8B-B14F-4D97-AF65-F5344CB8AC3E}">
        <p14:creationId xmlns:p14="http://schemas.microsoft.com/office/powerpoint/2010/main" val="3643660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6000" dirty="0" smtClean="0">
                <a:solidFill>
                  <a:schemeClr val="bg2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מהי היגיינה?</a:t>
            </a:r>
            <a:endParaRPr lang="he-IL" sz="6000" dirty="0">
              <a:solidFill>
                <a:schemeClr val="bg2">
                  <a:lumMod val="7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היגיינה פרושה היא תורת הבריאות.</a:t>
            </a:r>
          </a:p>
          <a:p>
            <a:r>
              <a:rPr lang="he-IL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היגיינה היא שמירה על הניקיון בהבטים שונים, במטרה לשמור על הבריאות.</a:t>
            </a:r>
          </a:p>
          <a:p>
            <a:r>
              <a:rPr lang="he-IL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שמירה על היגיינה הכרחית למניעת מחלות רבות.</a:t>
            </a:r>
          </a:p>
          <a:p>
            <a:r>
              <a:rPr lang="he-IL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היגיינה באה לחקור את כל המשפיע על הבריאות ולהגדיר את תנאי החיים השומרים על האנושות.</a:t>
            </a:r>
            <a:endParaRPr lang="he-IL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1529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4400" dirty="0" smtClean="0">
                <a:solidFill>
                  <a:schemeClr val="bg2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ההיגיינה במספרה עוסקת בכמה תחומים:</a:t>
            </a:r>
            <a:endParaRPr lang="he-IL" sz="4400" dirty="0">
              <a:solidFill>
                <a:schemeClr val="bg2">
                  <a:lumMod val="7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e-IL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he-IL" u="sng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היגיינה אישית- </a:t>
            </a:r>
            <a:r>
              <a:rPr lang="he-IL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מעצב שיער העובד עם ציבור לקוחות תוך קירבה גופנית (פיזית) חייב לשמור על היגיינה אישית.</a:t>
            </a:r>
          </a:p>
          <a:p>
            <a:pPr marL="0" indent="0">
              <a:buNone/>
            </a:pPr>
            <a:r>
              <a:rPr lang="he-IL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he-IL" u="sng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היגיינה סביבתית- </a:t>
            </a:r>
            <a:r>
              <a:rPr lang="he-IL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שמירה על היגיינה במספרה מתחלקת לשלושה חלקים:</a:t>
            </a:r>
          </a:p>
          <a:p>
            <a:r>
              <a:rPr lang="he-IL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בדיקת שיער הלקוחה, כדי למנוע זיהומים ומחלות קרקפת.</a:t>
            </a:r>
          </a:p>
          <a:p>
            <a:r>
              <a:rPr lang="he-IL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רחיצת כלי עבודה, חיטוי כלים ומכשירים לאחר כל שימוש! מגבות כיורים ועמדות עבודה נקיים.</a:t>
            </a:r>
          </a:p>
          <a:p>
            <a:r>
              <a:rPr lang="he-IL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יש להשתמש לכל לקוחה במגבת נקייה ומכשירים נקיים. </a:t>
            </a:r>
            <a:endParaRPr lang="he-IL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4197" y="5253644"/>
            <a:ext cx="2601884" cy="8309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marL="285750" indent="-285750" algn="r" rtl="1">
              <a:buFont typeface="Wingdings" panose="05000000000000000000" pitchFamily="2" charset="2"/>
              <a:buChar char="§"/>
            </a:pPr>
            <a:r>
              <a:rPr lang="he-IL" sz="1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David" panose="020E0502060401010101" pitchFamily="34" charset="-79"/>
                <a:cs typeface="David" panose="020E0502060401010101" pitchFamily="34" charset="-79"/>
              </a:rPr>
              <a:t>ציינו דברים שאתם עושים ביומיום לצורך שמירה על היגיינה אישית.</a:t>
            </a:r>
            <a:endParaRPr lang="he-IL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76821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5400" dirty="0" smtClean="0">
                <a:solidFill>
                  <a:schemeClr val="bg2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מושגים בהיגיינה </a:t>
            </a:r>
            <a:endParaRPr lang="he-IL" sz="5400" dirty="0">
              <a:solidFill>
                <a:schemeClr val="bg2">
                  <a:lumMod val="7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913775" y="2367093"/>
            <a:ext cx="10364452" cy="3742762"/>
          </a:xfrm>
        </p:spPr>
        <p:txBody>
          <a:bodyPr>
            <a:noAutofit/>
          </a:bodyPr>
          <a:lstStyle/>
          <a:p>
            <a:r>
              <a:rPr lang="he-IL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אינפקציה-</a:t>
            </a:r>
            <a:r>
              <a:rPr lang="he-IL" sz="2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זיהום, תוצאה מחדירות חיידקים הגורמים </a:t>
            </a:r>
            <a:r>
              <a:rPr lang="he-IL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מ</a:t>
            </a:r>
            <a:r>
              <a:rPr lang="he-IL" sz="2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חלות בגוף.</a:t>
            </a:r>
          </a:p>
          <a:p>
            <a:pPr marL="0" indent="0">
              <a:buNone/>
            </a:pPr>
            <a:endParaRPr lang="he-IL" sz="2800" dirty="0" smtClean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he-IL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דזינפקציה-</a:t>
            </a:r>
            <a:r>
              <a:rPr lang="he-IL" sz="2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חיטוי, ניקוי באמצעים כימיים כגון, סבון, כוהל ואקונומיקה.</a:t>
            </a:r>
          </a:p>
          <a:p>
            <a:pPr marL="0" indent="0">
              <a:buNone/>
            </a:pPr>
            <a:endParaRPr lang="he-IL" sz="2800" dirty="0" smtClean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he-IL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סטריליזציה-</a:t>
            </a:r>
            <a:r>
              <a:rPr lang="he-IL" sz="2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עיקור, השמדת חיידקים באמצעים פיסקליים כמו- קרינה בסטרליזטור, הרתחה, ייבוש במכונת כביסה.</a:t>
            </a:r>
            <a:endParaRPr lang="he-IL" sz="28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0086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6000" dirty="0" smtClean="0">
                <a:solidFill>
                  <a:schemeClr val="bg2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מהו חיטוי?</a:t>
            </a:r>
            <a:endParaRPr lang="he-IL" sz="6000" dirty="0">
              <a:solidFill>
                <a:schemeClr val="bg2">
                  <a:lumMod val="7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he-IL" sz="2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חיטוי הוא פעולת השמדה של מחוללי מחלות מדבקות.</a:t>
            </a:r>
          </a:p>
          <a:p>
            <a:pPr marL="0" indent="0">
              <a:buNone/>
            </a:pPr>
            <a:r>
              <a:rPr lang="he-IL" sz="2800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תהליכי חיטוי פיסיקליים-</a:t>
            </a:r>
          </a:p>
          <a:p>
            <a:pPr marL="0" indent="0">
              <a:buNone/>
            </a:pPr>
            <a:r>
              <a:rPr lang="he-IL" sz="2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הרתחה.  2. קיטור.  3. חיטוי בחום ייבש.</a:t>
            </a:r>
            <a:endParaRPr lang="he-IL" sz="28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he-IL" sz="2800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תהליכי חיטוי כימיים-</a:t>
            </a:r>
          </a:p>
          <a:p>
            <a:pPr marL="0" indent="0">
              <a:buNone/>
            </a:pPr>
            <a:r>
              <a:rPr lang="he-IL" sz="2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אקונומיקה.  2. כלור.  3. ליזול.  4. כוהל. </a:t>
            </a:r>
            <a:endParaRPr lang="he-IL" sz="28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2660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913776" y="374073"/>
            <a:ext cx="10364451" cy="1454726"/>
          </a:xfrm>
        </p:spPr>
        <p:txBody>
          <a:bodyPr>
            <a:normAutofit fontScale="90000"/>
          </a:bodyPr>
          <a:lstStyle/>
          <a:p>
            <a:r>
              <a:rPr lang="he-IL" sz="5400" dirty="0" smtClean="0">
                <a:solidFill>
                  <a:schemeClr val="bg2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קרינה אולטרה סגולה</a:t>
            </a:r>
            <a:br>
              <a:rPr lang="he-IL" sz="5400" dirty="0" smtClean="0">
                <a:solidFill>
                  <a:schemeClr val="bg2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he-IL" sz="5400" dirty="0" smtClean="0">
                <a:solidFill>
                  <a:schemeClr val="bg2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"</a:t>
            </a:r>
            <a:r>
              <a:rPr lang="he-IL" sz="5400" dirty="0" err="1" smtClean="0">
                <a:solidFill>
                  <a:schemeClr val="bg2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סריליזטור</a:t>
            </a:r>
            <a:r>
              <a:rPr lang="he-IL" sz="5400" dirty="0" smtClean="0">
                <a:solidFill>
                  <a:schemeClr val="bg2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"</a:t>
            </a:r>
            <a:endParaRPr lang="he-IL" sz="5400" dirty="0">
              <a:solidFill>
                <a:schemeClr val="bg2">
                  <a:lumMod val="7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sz="3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הכלים המונחים בתוך מתקן מיוחד, מחוטאים על ידי הקרניים האולטרה סגולות. לקרניים אלה פעילות כימית וביולוגית ולכן נעשה בהם שימוש רב גם ברפואה.</a:t>
            </a:r>
          </a:p>
        </p:txBody>
      </p:sp>
    </p:spTree>
    <p:extLst>
      <p:ext uri="{BB962C8B-B14F-4D97-AF65-F5344CB8AC3E}">
        <p14:creationId xmlns:p14="http://schemas.microsoft.com/office/powerpoint/2010/main" val="4278229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5400" dirty="0" smtClean="0">
                <a:solidFill>
                  <a:schemeClr val="bg2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שאלות חזרה</a:t>
            </a:r>
            <a:endParaRPr lang="he-IL" sz="5400" dirty="0">
              <a:solidFill>
                <a:schemeClr val="bg2">
                  <a:lumMod val="7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762626" y="1917066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he-IL" sz="2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הגדר את המושג היגיינה.</a:t>
            </a:r>
          </a:p>
          <a:p>
            <a:pPr marL="514350" indent="-514350">
              <a:buAutoNum type="arabicPeriod"/>
            </a:pPr>
            <a:r>
              <a:rPr lang="he-IL" sz="2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אילו תנאי היגיינה סביבתית הכרחיים במספרה?</a:t>
            </a:r>
          </a:p>
          <a:p>
            <a:pPr marL="0" indent="0">
              <a:buNone/>
            </a:pPr>
            <a:r>
              <a:rPr lang="he-IL" sz="2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  מנה את תהליכי החיטוי הפיסקליים המקובלים, ותהליכי חיטוי הכימיים.</a:t>
            </a:r>
          </a:p>
          <a:p>
            <a:endParaRPr lang="he-IL" sz="2800" dirty="0" smtClean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he-IL" sz="28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686050"/>
      </p:ext>
    </p:extLst>
  </p:cSld>
  <p:clrMapOvr>
    <a:masterClrMapping/>
  </p:clrMapOvr>
</p:sld>
</file>

<file path=ppt/theme/theme1.xml><?xml version="1.0" encoding="utf-8"?>
<a:theme xmlns:a="http://schemas.openxmlformats.org/drawingml/2006/main" name="טיפה">
  <a:themeElements>
    <a:clrScheme name="כחול חם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טיפה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טיפה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TM04033925[[fn=טיפה]]</Template>
  <TotalTime>72</TotalTime>
  <Words>350</Words>
  <Application>Microsoft Office PowerPoint</Application>
  <PresentationFormat>מסך רחב</PresentationFormat>
  <Paragraphs>40</Paragraphs>
  <Slides>8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9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8</vt:i4>
      </vt:variant>
    </vt:vector>
  </HeadingPairs>
  <TitlesOfParts>
    <vt:vector size="18" baseType="lpstr">
      <vt:lpstr>Aharoni</vt:lpstr>
      <vt:lpstr>Arial</vt:lpstr>
      <vt:lpstr>Calibri</vt:lpstr>
      <vt:lpstr>Courier New</vt:lpstr>
      <vt:lpstr>David</vt:lpstr>
      <vt:lpstr>Lucida Sans Unicode</vt:lpstr>
      <vt:lpstr>Times New Roman</vt:lpstr>
      <vt:lpstr>Tw Cen MT</vt:lpstr>
      <vt:lpstr>Wingdings</vt:lpstr>
      <vt:lpstr>טיפה</vt:lpstr>
      <vt:lpstr>היגיינה אישית וסביבתית</vt:lpstr>
      <vt:lpstr>מטרות יחידת הלימוד</vt:lpstr>
      <vt:lpstr>מהי היגיינה?</vt:lpstr>
      <vt:lpstr>ההיגיינה במספרה עוסקת בכמה תחומים:</vt:lpstr>
      <vt:lpstr>מושגים בהיגיינה </vt:lpstr>
      <vt:lpstr>מהו חיטוי?</vt:lpstr>
      <vt:lpstr>קרינה אולטרה סגולה "סריליזטור"</vt:lpstr>
      <vt:lpstr>שאלות חזרה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היגיינה אישית וסביבתית</dc:title>
  <dc:creator>User</dc:creator>
  <cp:lastModifiedBy>User</cp:lastModifiedBy>
  <cp:revision>9</cp:revision>
  <dcterms:created xsi:type="dcterms:W3CDTF">2024-04-03T05:33:50Z</dcterms:created>
  <dcterms:modified xsi:type="dcterms:W3CDTF">2024-04-03T06:46:28Z</dcterms:modified>
</cp:coreProperties>
</file>